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72" autoAdjust="0"/>
    <p:restoredTop sz="93447" autoAdjust="0"/>
  </p:normalViewPr>
  <p:slideViewPr>
    <p:cSldViewPr snapToGrid="0">
      <p:cViewPr varScale="1">
        <p:scale>
          <a:sx n="114" d="100"/>
          <a:sy n="114" d="100"/>
        </p:scale>
        <p:origin x="16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4B062-2B11-4248-98E2-3DBC15892DE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0DB64-6B90-4225-844C-57CC3718F5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6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166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38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85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81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39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2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52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9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35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8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3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8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0E9117A-C41E-4579-A031-EC76166658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0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31DBA-DB18-1C69-E552-788FAE26D34F}"/>
              </a:ext>
            </a:extLst>
          </p:cNvPr>
          <p:cNvSpPr>
            <a:spLocks/>
          </p:cNvSpPr>
          <p:nvPr/>
        </p:nvSpPr>
        <p:spPr>
          <a:xfrm>
            <a:off x="1524000" y="103674"/>
            <a:ext cx="9144000" cy="142780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Департамент образования и науки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Ханты-Мансийского автономного округа </a:t>
            </a: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Югры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БЮДЖЕТНОЕ УЧРЕЖДЕНИЕ</a:t>
            </a:r>
            <a:br>
              <a:rPr kumimoji="0" lang="ru-RU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ПРОФЕССИОНАЛЬНОГО ОБРАЗОВАНИЯ</a:t>
            </a:r>
            <a:br>
              <a:rPr kumimoji="0" lang="ru-RU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ХАНТЫ-МАНСИЙСКОГО АВТОНОМНОГО ОКРУГА – ЮГРЫ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sz="1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ЮГОРСКИЙ ПОЛИТЕХНИЧЕСКИЙ КОЛЛЕДЖ</a:t>
            </a:r>
            <a:r>
              <a:rPr kumimoji="0" lang="ru-RU" sz="15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1500" b="0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004F80-9FF8-DB93-EE85-2BE43927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6828"/>
            <a:ext cx="9144000" cy="45426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5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endParaRPr lang="ru-RU" sz="15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EB700C3-9064-A0FB-E0C8-D1FCDA7F96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48000" y="2736441"/>
            <a:ext cx="6096000" cy="9603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РАЗРАБОТКА САЙТА ДЛЯ ЦВЕТОЧНОГО МАГАЗИНА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5B736-0205-0D1A-F892-B7D387FFA5A1}"/>
              </a:ext>
            </a:extLst>
          </p:cNvPr>
          <p:cNvSpPr txBox="1"/>
          <p:nvPr/>
        </p:nvSpPr>
        <p:spPr>
          <a:xfrm>
            <a:off x="6518246" y="4709363"/>
            <a:ext cx="4805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Елизавета Геннадьевна</a:t>
            </a:r>
          </a:p>
          <a:p>
            <a:pPr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Курс: 4</a:t>
            </a:r>
          </a:p>
          <a:p>
            <a:pPr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ИСиП-22-4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BD988-AF56-B658-A425-314A9362E4F9}"/>
              </a:ext>
            </a:extLst>
          </p:cNvPr>
          <p:cNvSpPr txBox="1"/>
          <p:nvPr/>
        </p:nvSpPr>
        <p:spPr>
          <a:xfrm>
            <a:off x="5395546" y="5878554"/>
            <a:ext cx="140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Югорск, 202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12DC6D-6F87-9AC2-2223-9B4F2BB55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67" y="4709363"/>
            <a:ext cx="3561419" cy="867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11A998-CCF3-6CAF-39A3-549E897E07B9}"/>
              </a:ext>
            </a:extLst>
          </p:cNvPr>
          <p:cNvSpPr txBox="1"/>
          <p:nvPr/>
        </p:nvSpPr>
        <p:spPr>
          <a:xfrm>
            <a:off x="3048000" y="1553765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(БУ «ЮГОРСКИЙ ПОЛИТЕХНИЧЕСКИЙ КОЛЛЕДЖ»)</a:t>
            </a:r>
          </a:p>
        </p:txBody>
      </p:sp>
    </p:spTree>
    <p:extLst>
      <p:ext uri="{BB962C8B-B14F-4D97-AF65-F5344CB8AC3E}">
        <p14:creationId xmlns:p14="http://schemas.microsoft.com/office/powerpoint/2010/main" val="63627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0D774-D537-7BD9-F9F0-6B97EAC5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6604"/>
            <a:ext cx="10058400" cy="1143612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727C2-FF81-10C5-B970-573629EE0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358"/>
            <a:ext cx="10058400" cy="4009937"/>
          </a:xfrm>
        </p:spPr>
        <p:txBody>
          <a:bodyPr>
            <a:normAutofit/>
          </a:bodyPr>
          <a:lstStyle/>
          <a:p>
            <a:pPr marL="0" indent="45021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Актуальность проекта обусловлена наличием заказчика.</a:t>
            </a:r>
            <a:endParaRPr lang="ru-RU" sz="3200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Лампочка и шестеренка">
            <a:extLst>
              <a:ext uri="{FF2B5EF4-FFF2-40B4-BE49-F238E27FC236}">
                <a16:creationId xmlns:a16="http://schemas.microsoft.com/office/drawing/2014/main" id="{C09973CA-9C2C-1138-E2B0-FD66B0E12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5011" y="5158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0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9F2A5D30-6CF4-52D9-2E69-338111395A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14457" y="815305"/>
            <a:ext cx="8563086" cy="80803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100000"/>
              <a:tabLst/>
              <a:defRPr/>
            </a:pPr>
            <a:r>
              <a:rPr lang="ru-RU" sz="3200" spc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Цель проекта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Линия со стрелкой: небольшой изгиб">
            <a:extLst>
              <a:ext uri="{FF2B5EF4-FFF2-40B4-BE49-F238E27FC236}">
                <a16:creationId xmlns:a16="http://schemas.microsoft.com/office/drawing/2014/main" id="{3DCAC6DA-4E54-5475-1DB8-4B28C6372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93" y="2064668"/>
            <a:ext cx="631001" cy="631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45AA9B-A734-7391-0C41-42D978C56999}"/>
              </a:ext>
            </a:extLst>
          </p:cNvPr>
          <p:cNvSpPr txBox="1"/>
          <p:nvPr/>
        </p:nvSpPr>
        <p:spPr>
          <a:xfrm>
            <a:off x="1411189" y="2149335"/>
            <a:ext cx="10035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Создать сайт с использованием выбранных средств и технологий.</a:t>
            </a:r>
          </a:p>
        </p:txBody>
      </p:sp>
      <p:pic>
        <p:nvPicPr>
          <p:cNvPr id="13" name="Рисунок 12" descr="Цветок, упорядоченный как декоративный">
            <a:extLst>
              <a:ext uri="{FF2B5EF4-FFF2-40B4-BE49-F238E27FC236}">
                <a16:creationId xmlns:a16="http://schemas.microsoft.com/office/drawing/2014/main" id="{FBF94149-AECE-442D-B4B0-AB9E033CC8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117" b="28976"/>
          <a:stretch/>
        </p:blipFill>
        <p:spPr>
          <a:xfrm>
            <a:off x="4333875" y="4305724"/>
            <a:ext cx="3524250" cy="161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7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325739-8CD4-47F8-B084-67020334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5618"/>
            <a:ext cx="10058400" cy="973962"/>
          </a:xfrm>
        </p:spPr>
        <p:txBody>
          <a:bodyPr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lang="ru-RU" dirty="0"/>
              <a:t> 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A8042BF-3899-432A-A202-935ACB18F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0478" y="2020181"/>
            <a:ext cx="2172003" cy="3658111"/>
          </a:xfrm>
        </p:spPr>
      </p:pic>
    </p:spTree>
    <p:extLst>
      <p:ext uri="{BB962C8B-B14F-4D97-AF65-F5344CB8AC3E}">
        <p14:creationId xmlns:p14="http://schemas.microsoft.com/office/powerpoint/2010/main" val="314020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B57F9E4D-897E-4233-9C9E-C5AB883BD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39" y="111095"/>
            <a:ext cx="12194839" cy="6110243"/>
          </a:xfrm>
        </p:spPr>
      </p:pic>
    </p:spTree>
    <p:extLst>
      <p:ext uri="{BB962C8B-B14F-4D97-AF65-F5344CB8AC3E}">
        <p14:creationId xmlns:p14="http://schemas.microsoft.com/office/powerpoint/2010/main" val="33025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87CBB-1C16-4AF3-902A-5E0BC7FBE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F8A2552-84B9-4C38-A86F-365478C08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44381"/>
            <a:ext cx="12189942" cy="6127016"/>
          </a:xfrm>
        </p:spPr>
      </p:pic>
    </p:spTree>
    <p:extLst>
      <p:ext uri="{BB962C8B-B14F-4D97-AF65-F5344CB8AC3E}">
        <p14:creationId xmlns:p14="http://schemas.microsoft.com/office/powerpoint/2010/main" val="192342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BB9C7-34E9-47F6-9617-71235C2D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2CFA6EC-BF6C-4E3E-A83C-99C9A269B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55413"/>
            <a:ext cx="12192000" cy="6147173"/>
          </a:xfrm>
        </p:spPr>
      </p:pic>
    </p:spTree>
    <p:extLst>
      <p:ext uri="{BB962C8B-B14F-4D97-AF65-F5344CB8AC3E}">
        <p14:creationId xmlns:p14="http://schemas.microsoft.com/office/powerpoint/2010/main" val="347649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70505-7F28-4F69-AD32-3FCA7B3B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9BE9FC6-8751-412E-9B99-DA30876CE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3" y="419944"/>
            <a:ext cx="12180057" cy="6138032"/>
          </a:xfrm>
        </p:spPr>
      </p:pic>
    </p:spTree>
    <p:extLst>
      <p:ext uri="{BB962C8B-B14F-4D97-AF65-F5344CB8AC3E}">
        <p14:creationId xmlns:p14="http://schemas.microsoft.com/office/powerpoint/2010/main" val="152789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15051-69DD-428F-9A15-D3D6147E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207AB89-3C40-4F69-9762-76CEDD335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7707"/>
            <a:ext cx="12181195" cy="6122586"/>
          </a:xfrm>
        </p:spPr>
      </p:pic>
    </p:spTree>
    <p:extLst>
      <p:ext uri="{BB962C8B-B14F-4D97-AF65-F5344CB8AC3E}">
        <p14:creationId xmlns:p14="http://schemas.microsoft.com/office/powerpoint/2010/main" val="173500523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950</TotalTime>
  <Words>79</Words>
  <Application>Microsoft Office PowerPoint</Application>
  <PresentationFormat>Широкоэкранный</PresentationFormat>
  <Paragraphs>14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Times New Roman</vt:lpstr>
      <vt:lpstr>Ретро</vt:lpstr>
      <vt:lpstr>РАЗРАБОТКА САЙТА ДЛЯ ЦВЕТОЧНОГО МАГАЗИНА</vt:lpstr>
      <vt:lpstr>Актуальность темы</vt:lpstr>
      <vt:lpstr>Цель проекта</vt:lpstr>
      <vt:lpstr>Структура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науки Ханты-Мансийского автономного округа – Югры БЮДЖЕТНОЕ УЧРЕЖДЕНИЕ ПРОФЕССИОНАЛЬНОГО ОБРАЗОВАНИЯ ХАНТЫ-МАНСИЙСКОГО АВТОНОМНОГО ОКРУГА – ЮГРЫ «ЮГОРСКИЙ ПОЛИТЕХНИЧЕСКИЙ КОЛЛЕДЖ»</dc:title>
  <dc:creator>Елизавета</dc:creator>
  <cp:lastModifiedBy>Student215-3@students.yupk.ru</cp:lastModifiedBy>
  <cp:revision>61</cp:revision>
  <dcterms:created xsi:type="dcterms:W3CDTF">2023-03-20T15:42:17Z</dcterms:created>
  <dcterms:modified xsi:type="dcterms:W3CDTF">2026-03-27T06:03:25Z</dcterms:modified>
</cp:coreProperties>
</file>