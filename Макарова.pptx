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70" r:id="rId9"/>
    <p:sldId id="271" r:id="rId10"/>
    <p:sldId id="272" r:id="rId11"/>
    <p:sldId id="276" r:id="rId12"/>
    <p:sldId id="274" r:id="rId13"/>
    <p:sldId id="275" r:id="rId14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DE5"/>
    <a:srgbClr val="0087CF"/>
    <a:srgbClr val="00B15D"/>
    <a:srgbClr val="1D8F99"/>
    <a:srgbClr val="118FCB"/>
    <a:srgbClr val="2BB268"/>
    <a:srgbClr val="8EC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4660"/>
  </p:normalViewPr>
  <p:slideViewPr>
    <p:cSldViewPr>
      <p:cViewPr varScale="1">
        <p:scale>
          <a:sx n="38" d="100"/>
          <a:sy n="38" d="100"/>
        </p:scale>
        <p:origin x="64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99000"/>
            <a:lum/>
          </a:blip>
          <a:srcRect/>
          <a:stretch>
            <a:fillRect l="50000" b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Заголовок 6">
            <a:extLst>
              <a:ext uri="{FF2B5EF4-FFF2-40B4-BE49-F238E27FC236}">
                <a16:creationId xmlns:a16="http://schemas.microsoft.com/office/drawing/2014/main" id="{7E40CDEE-E2D8-5B6A-30E3-065EBFE6CAA6}"/>
              </a:ext>
            </a:extLst>
          </p:cNvPr>
          <p:cNvSpPr txBox="1">
            <a:spLocks/>
          </p:cNvSpPr>
          <p:nvPr/>
        </p:nvSpPr>
        <p:spPr>
          <a:xfrm>
            <a:off x="5634300" y="3422675"/>
            <a:ext cx="8835500" cy="275171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457200" rtl="0">
              <a:lnSpc>
                <a:spcPct val="150000"/>
              </a:lnSpc>
              <a:defRPr/>
            </a:pPr>
            <a:r>
              <a:rPr lang="ru-RU" sz="4000" b="1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ДИПЛОМНЫЙ ПРОЕКТ</a:t>
            </a:r>
          </a:p>
          <a:p>
            <a:pPr algn="ctr" defTabSz="457200" rtl="0">
              <a:lnSpc>
                <a:spcPct val="150000"/>
              </a:lnSpc>
              <a:defRPr/>
            </a:pPr>
            <a:r>
              <a:rPr lang="ru-RU" sz="4000" b="1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РАЗРАБОТКА САЙТА ДЛЯ ЦВЕТОЧНОГО МАГАЗИНА</a:t>
            </a:r>
            <a:endParaRPr lang="ru-RU" sz="40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F7E0346-2C16-957A-61C3-E70F122D0E2E}"/>
              </a:ext>
            </a:extLst>
          </p:cNvPr>
          <p:cNvSpPr txBox="1"/>
          <p:nvPr/>
        </p:nvSpPr>
        <p:spPr>
          <a:xfrm>
            <a:off x="8710042" y="10298225"/>
            <a:ext cx="2684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Югорск, 2026</a:t>
            </a:r>
          </a:p>
        </p:txBody>
      </p:sp>
      <p:grpSp>
        <p:nvGrpSpPr>
          <p:cNvPr id="150" name="Группа 149">
            <a:extLst>
              <a:ext uri="{FF2B5EF4-FFF2-40B4-BE49-F238E27FC236}">
                <a16:creationId xmlns:a16="http://schemas.microsoft.com/office/drawing/2014/main" id="{15BBA81E-8500-E913-F69A-2BBCC189310A}"/>
              </a:ext>
            </a:extLst>
          </p:cNvPr>
          <p:cNvGrpSpPr/>
          <p:nvPr/>
        </p:nvGrpSpPr>
        <p:grpSpPr>
          <a:xfrm>
            <a:off x="550907" y="8000976"/>
            <a:ext cx="4927758" cy="1113273"/>
            <a:chOff x="710016" y="8280249"/>
            <a:chExt cx="3496469" cy="789918"/>
          </a:xfrm>
        </p:grpSpPr>
        <p:grpSp>
          <p:nvGrpSpPr>
            <p:cNvPr id="111" name="object 111"/>
            <p:cNvGrpSpPr/>
            <p:nvPr/>
          </p:nvGrpSpPr>
          <p:grpSpPr>
            <a:xfrm>
              <a:off x="1755916" y="8280249"/>
              <a:ext cx="1399540" cy="230504"/>
              <a:chOff x="1755009" y="9774320"/>
              <a:chExt cx="1399540" cy="230504"/>
            </a:xfrm>
          </p:grpSpPr>
          <p:pic>
            <p:nvPicPr>
              <p:cNvPr id="112" name="object 112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55009" y="9816200"/>
                <a:ext cx="247657" cy="188203"/>
              </a:xfrm>
              <a:prstGeom prst="rect">
                <a:avLst/>
              </a:prstGeom>
            </p:spPr>
          </p:pic>
          <p:pic>
            <p:nvPicPr>
              <p:cNvPr id="113" name="object 11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027748" y="9816200"/>
                <a:ext cx="291344" cy="188203"/>
              </a:xfrm>
              <a:prstGeom prst="rect">
                <a:avLst/>
              </a:prstGeom>
            </p:spPr>
          </p:pic>
          <p:pic>
            <p:nvPicPr>
              <p:cNvPr id="114" name="object 114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344176" y="9816208"/>
                <a:ext cx="314891" cy="188193"/>
              </a:xfrm>
              <a:prstGeom prst="rect">
                <a:avLst/>
              </a:prstGeom>
            </p:spPr>
          </p:pic>
          <p:pic>
            <p:nvPicPr>
              <p:cNvPr id="115" name="object 115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81032" y="9819818"/>
                <a:ext cx="299369" cy="180968"/>
              </a:xfrm>
              <a:prstGeom prst="rect">
                <a:avLst/>
              </a:prstGeom>
            </p:spPr>
          </p:pic>
          <p:pic>
            <p:nvPicPr>
              <p:cNvPr id="116" name="object 11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014012" y="9774320"/>
                <a:ext cx="140372" cy="226464"/>
              </a:xfrm>
              <a:prstGeom prst="rect">
                <a:avLst/>
              </a:prstGeom>
            </p:spPr>
          </p:pic>
        </p:grpSp>
        <p:sp>
          <p:nvSpPr>
            <p:cNvPr id="117" name="object 117"/>
            <p:cNvSpPr/>
            <p:nvPr/>
          </p:nvSpPr>
          <p:spPr>
            <a:xfrm>
              <a:off x="1755913" y="8626017"/>
              <a:ext cx="36195" cy="146050"/>
            </a:xfrm>
            <a:custGeom>
              <a:avLst/>
              <a:gdLst/>
              <a:ahLst/>
              <a:cxnLst/>
              <a:rect l="l" t="t" r="r" b="b"/>
              <a:pathLst>
                <a:path w="36194" h="146050">
                  <a:moveTo>
                    <a:pt x="0" y="146050"/>
                  </a:moveTo>
                  <a:lnTo>
                    <a:pt x="35663" y="146050"/>
                  </a:lnTo>
                  <a:lnTo>
                    <a:pt x="35663" y="0"/>
                  </a:lnTo>
                  <a:lnTo>
                    <a:pt x="0" y="0"/>
                  </a:lnTo>
                  <a:lnTo>
                    <a:pt x="0" y="14605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8" name="object 118"/>
            <p:cNvGrpSpPr/>
            <p:nvPr/>
          </p:nvGrpSpPr>
          <p:grpSpPr>
            <a:xfrm>
              <a:off x="1755913" y="8588112"/>
              <a:ext cx="678815" cy="188595"/>
              <a:chOff x="1755006" y="10082183"/>
              <a:chExt cx="678815" cy="188595"/>
            </a:xfrm>
          </p:grpSpPr>
          <p:sp>
            <p:nvSpPr>
              <p:cNvPr id="119" name="object 119"/>
              <p:cNvSpPr/>
              <p:nvPr/>
            </p:nvSpPr>
            <p:spPr>
              <a:xfrm>
                <a:off x="1755000" y="10085800"/>
                <a:ext cx="135255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80340">
                    <a:moveTo>
                      <a:pt x="135204" y="0"/>
                    </a:moveTo>
                    <a:lnTo>
                      <a:pt x="0" y="0"/>
                    </a:lnTo>
                    <a:lnTo>
                      <a:pt x="0" y="34290"/>
                    </a:lnTo>
                    <a:lnTo>
                      <a:pt x="99529" y="34290"/>
                    </a:lnTo>
                    <a:lnTo>
                      <a:pt x="99529" y="180340"/>
                    </a:lnTo>
                    <a:lnTo>
                      <a:pt x="135204" y="180340"/>
                    </a:lnTo>
                    <a:lnTo>
                      <a:pt x="135204" y="34290"/>
                    </a:lnTo>
                    <a:lnTo>
                      <a:pt x="135204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0" name="object 12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915544" y="10082183"/>
                <a:ext cx="343833" cy="188203"/>
              </a:xfrm>
              <a:prstGeom prst="rect">
                <a:avLst/>
              </a:prstGeom>
            </p:spPr>
          </p:pic>
          <p:pic>
            <p:nvPicPr>
              <p:cNvPr id="121" name="object 12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292998" y="10085799"/>
                <a:ext cx="140372" cy="180968"/>
              </a:xfrm>
              <a:prstGeom prst="rect">
                <a:avLst/>
              </a:prstGeom>
            </p:spPr>
          </p:pic>
        </p:grpSp>
        <p:grpSp>
          <p:nvGrpSpPr>
            <p:cNvPr id="122" name="object 122"/>
            <p:cNvGrpSpPr/>
            <p:nvPr/>
          </p:nvGrpSpPr>
          <p:grpSpPr>
            <a:xfrm>
              <a:off x="2454440" y="8591247"/>
              <a:ext cx="483870" cy="181610"/>
              <a:chOff x="2453533" y="10085318"/>
              <a:chExt cx="483870" cy="181610"/>
            </a:xfrm>
          </p:grpSpPr>
          <p:sp>
            <p:nvSpPr>
              <p:cNvPr id="123" name="object 123"/>
              <p:cNvSpPr/>
              <p:nvPr/>
            </p:nvSpPr>
            <p:spPr>
              <a:xfrm>
                <a:off x="2453525" y="10085800"/>
                <a:ext cx="133350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80340">
                    <a:moveTo>
                      <a:pt x="133134" y="0"/>
                    </a:moveTo>
                    <a:lnTo>
                      <a:pt x="0" y="0"/>
                    </a:lnTo>
                    <a:lnTo>
                      <a:pt x="0" y="34290"/>
                    </a:lnTo>
                    <a:lnTo>
                      <a:pt x="48602" y="34290"/>
                    </a:lnTo>
                    <a:lnTo>
                      <a:pt x="48602" y="180340"/>
                    </a:lnTo>
                    <a:lnTo>
                      <a:pt x="84277" y="180340"/>
                    </a:lnTo>
                    <a:lnTo>
                      <a:pt x="84277" y="34290"/>
                    </a:lnTo>
                    <a:lnTo>
                      <a:pt x="133134" y="34290"/>
                    </a:lnTo>
                    <a:lnTo>
                      <a:pt x="133134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4" name="object 124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606570" y="10085318"/>
                <a:ext cx="274813" cy="181610"/>
              </a:xfrm>
              <a:prstGeom prst="rect">
                <a:avLst/>
              </a:prstGeom>
            </p:spPr>
          </p:pic>
          <p:sp>
            <p:nvSpPr>
              <p:cNvPr id="125" name="object 125"/>
              <p:cNvSpPr/>
              <p:nvPr/>
            </p:nvSpPr>
            <p:spPr>
              <a:xfrm>
                <a:off x="2901288" y="10191209"/>
                <a:ext cx="36195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36194" h="74929">
                    <a:moveTo>
                      <a:pt x="0" y="74930"/>
                    </a:moveTo>
                    <a:lnTo>
                      <a:pt x="35674" y="74930"/>
                    </a:lnTo>
                    <a:lnTo>
                      <a:pt x="35674" y="0"/>
                    </a:lnTo>
                    <a:lnTo>
                      <a:pt x="0" y="0"/>
                    </a:lnTo>
                    <a:lnTo>
                      <a:pt x="0" y="7493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26" name="object 126"/>
            <p:cNvGrpSpPr/>
            <p:nvPr/>
          </p:nvGrpSpPr>
          <p:grpSpPr>
            <a:xfrm>
              <a:off x="2902195" y="8546230"/>
              <a:ext cx="1304290" cy="230504"/>
              <a:chOff x="2901288" y="10040301"/>
              <a:chExt cx="1304290" cy="230504"/>
            </a:xfrm>
          </p:grpSpPr>
          <p:sp>
            <p:nvSpPr>
              <p:cNvPr id="127" name="object 127"/>
              <p:cNvSpPr/>
              <p:nvPr/>
            </p:nvSpPr>
            <p:spPr>
              <a:xfrm>
                <a:off x="2901277" y="10085800"/>
                <a:ext cx="138430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138430" h="180340">
                    <a:moveTo>
                      <a:pt x="138315" y="0"/>
                    </a:moveTo>
                    <a:lnTo>
                      <a:pt x="102895" y="0"/>
                    </a:lnTo>
                    <a:lnTo>
                      <a:pt x="102895" y="72390"/>
                    </a:lnTo>
                    <a:lnTo>
                      <a:pt x="35674" y="72390"/>
                    </a:lnTo>
                    <a:lnTo>
                      <a:pt x="35674" y="0"/>
                    </a:lnTo>
                    <a:lnTo>
                      <a:pt x="0" y="0"/>
                    </a:lnTo>
                    <a:lnTo>
                      <a:pt x="0" y="72390"/>
                    </a:lnTo>
                    <a:lnTo>
                      <a:pt x="0" y="105410"/>
                    </a:lnTo>
                    <a:lnTo>
                      <a:pt x="102895" y="105410"/>
                    </a:lnTo>
                    <a:lnTo>
                      <a:pt x="102895" y="180340"/>
                    </a:lnTo>
                    <a:lnTo>
                      <a:pt x="138315" y="180340"/>
                    </a:lnTo>
                    <a:lnTo>
                      <a:pt x="138315" y="105410"/>
                    </a:lnTo>
                    <a:lnTo>
                      <a:pt x="138315" y="72390"/>
                    </a:lnTo>
                    <a:lnTo>
                      <a:pt x="138315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8" name="object 128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073217" y="10085799"/>
                <a:ext cx="140372" cy="180968"/>
              </a:xfrm>
              <a:prstGeom prst="rect">
                <a:avLst/>
              </a:prstGeom>
            </p:spPr>
          </p:pic>
          <p:pic>
            <p:nvPicPr>
              <p:cNvPr id="129" name="object 129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243314" y="10085798"/>
                <a:ext cx="133922" cy="180968"/>
              </a:xfrm>
              <a:prstGeom prst="rect">
                <a:avLst/>
              </a:prstGeom>
            </p:spPr>
          </p:pic>
          <p:pic>
            <p:nvPicPr>
              <p:cNvPr id="130" name="object 130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410829" y="10082191"/>
                <a:ext cx="299392" cy="188193"/>
              </a:xfrm>
              <a:prstGeom prst="rect">
                <a:avLst/>
              </a:prstGeom>
            </p:spPr>
          </p:pic>
          <p:pic>
            <p:nvPicPr>
              <p:cNvPr id="131" name="object 13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732186" y="10085799"/>
                <a:ext cx="299368" cy="180968"/>
              </a:xfrm>
              <a:prstGeom prst="rect">
                <a:avLst/>
              </a:prstGeom>
            </p:spPr>
          </p:pic>
          <p:pic>
            <p:nvPicPr>
              <p:cNvPr id="132" name="object 132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065164" y="10040301"/>
                <a:ext cx="140372" cy="226464"/>
              </a:xfrm>
              <a:prstGeom prst="rect">
                <a:avLst/>
              </a:prstGeom>
            </p:spPr>
          </p:pic>
        </p:grpSp>
        <p:grpSp>
          <p:nvGrpSpPr>
            <p:cNvPr id="133" name="object 133"/>
            <p:cNvGrpSpPr/>
            <p:nvPr/>
          </p:nvGrpSpPr>
          <p:grpSpPr>
            <a:xfrm>
              <a:off x="1755912" y="8850457"/>
              <a:ext cx="1221105" cy="219710"/>
              <a:chOff x="1755005" y="10344528"/>
              <a:chExt cx="1221105" cy="219710"/>
            </a:xfrm>
          </p:grpSpPr>
          <p:pic>
            <p:nvPicPr>
              <p:cNvPr id="134" name="object 134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755005" y="10344528"/>
                <a:ext cx="479045" cy="188203"/>
              </a:xfrm>
              <a:prstGeom prst="rect">
                <a:avLst/>
              </a:prstGeom>
            </p:spPr>
          </p:pic>
          <p:pic>
            <p:nvPicPr>
              <p:cNvPr id="135" name="object 135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253696" y="10348145"/>
                <a:ext cx="155115" cy="181837"/>
              </a:xfrm>
              <a:prstGeom prst="rect">
                <a:avLst/>
              </a:prstGeom>
            </p:spPr>
          </p:pic>
          <p:sp>
            <p:nvSpPr>
              <p:cNvPr id="136" name="object 136"/>
              <p:cNvSpPr/>
              <p:nvPr/>
            </p:nvSpPr>
            <p:spPr>
              <a:xfrm>
                <a:off x="2442413" y="10347674"/>
                <a:ext cx="533400" cy="21653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216534">
                    <a:moveTo>
                      <a:pt x="111937" y="147320"/>
                    </a:moveTo>
                    <a:lnTo>
                      <a:pt x="35674" y="147320"/>
                    </a:lnTo>
                    <a:lnTo>
                      <a:pt x="35674" y="106680"/>
                    </a:lnTo>
                    <a:lnTo>
                      <a:pt x="104178" y="106680"/>
                    </a:lnTo>
                    <a:lnTo>
                      <a:pt x="104178" y="73660"/>
                    </a:lnTo>
                    <a:lnTo>
                      <a:pt x="35674" y="73660"/>
                    </a:lnTo>
                    <a:lnTo>
                      <a:pt x="35674" y="34290"/>
                    </a:lnTo>
                    <a:lnTo>
                      <a:pt x="110655" y="34290"/>
                    </a:lnTo>
                    <a:lnTo>
                      <a:pt x="110655" y="0"/>
                    </a:lnTo>
                    <a:lnTo>
                      <a:pt x="0" y="0"/>
                    </a:lnTo>
                    <a:lnTo>
                      <a:pt x="0" y="34290"/>
                    </a:lnTo>
                    <a:lnTo>
                      <a:pt x="0" y="73660"/>
                    </a:lnTo>
                    <a:lnTo>
                      <a:pt x="0" y="106680"/>
                    </a:lnTo>
                    <a:lnTo>
                      <a:pt x="0" y="147320"/>
                    </a:lnTo>
                    <a:lnTo>
                      <a:pt x="0" y="181610"/>
                    </a:lnTo>
                    <a:lnTo>
                      <a:pt x="111937" y="181610"/>
                    </a:lnTo>
                    <a:lnTo>
                      <a:pt x="111937" y="147320"/>
                    </a:lnTo>
                    <a:close/>
                  </a:path>
                  <a:path w="533400" h="216534">
                    <a:moveTo>
                      <a:pt x="295490" y="147320"/>
                    </a:moveTo>
                    <a:lnTo>
                      <a:pt x="276110" y="147320"/>
                    </a:lnTo>
                    <a:lnTo>
                      <a:pt x="276110" y="33832"/>
                    </a:lnTo>
                    <a:lnTo>
                      <a:pt x="276110" y="469"/>
                    </a:lnTo>
                    <a:lnTo>
                      <a:pt x="240423" y="469"/>
                    </a:lnTo>
                    <a:lnTo>
                      <a:pt x="240423" y="33832"/>
                    </a:lnTo>
                    <a:lnTo>
                      <a:pt x="240423" y="147320"/>
                    </a:lnTo>
                    <a:lnTo>
                      <a:pt x="179933" y="147320"/>
                    </a:lnTo>
                    <a:lnTo>
                      <a:pt x="185369" y="135470"/>
                    </a:lnTo>
                    <a:lnTo>
                      <a:pt x="189242" y="121399"/>
                    </a:lnTo>
                    <a:lnTo>
                      <a:pt x="191566" y="105003"/>
                    </a:lnTo>
                    <a:lnTo>
                      <a:pt x="192341" y="86563"/>
                    </a:lnTo>
                    <a:lnTo>
                      <a:pt x="192341" y="33832"/>
                    </a:lnTo>
                    <a:lnTo>
                      <a:pt x="240423" y="33832"/>
                    </a:lnTo>
                    <a:lnTo>
                      <a:pt x="240423" y="469"/>
                    </a:lnTo>
                    <a:lnTo>
                      <a:pt x="156679" y="469"/>
                    </a:lnTo>
                    <a:lnTo>
                      <a:pt x="156654" y="86563"/>
                    </a:lnTo>
                    <a:lnTo>
                      <a:pt x="155714" y="105105"/>
                    </a:lnTo>
                    <a:lnTo>
                      <a:pt x="152920" y="121539"/>
                    </a:lnTo>
                    <a:lnTo>
                      <a:pt x="148234" y="135636"/>
                    </a:lnTo>
                    <a:lnTo>
                      <a:pt x="141668" y="147320"/>
                    </a:lnTo>
                    <a:lnTo>
                      <a:pt x="124091" y="147320"/>
                    </a:lnTo>
                    <a:lnTo>
                      <a:pt x="124091" y="216090"/>
                    </a:lnTo>
                    <a:lnTo>
                      <a:pt x="159766" y="216090"/>
                    </a:lnTo>
                    <a:lnTo>
                      <a:pt x="159766" y="181457"/>
                    </a:lnTo>
                    <a:lnTo>
                      <a:pt x="259816" y="181457"/>
                    </a:lnTo>
                    <a:lnTo>
                      <a:pt x="259816" y="216090"/>
                    </a:lnTo>
                    <a:lnTo>
                      <a:pt x="295490" y="216090"/>
                    </a:lnTo>
                    <a:lnTo>
                      <a:pt x="295490" y="181457"/>
                    </a:lnTo>
                    <a:lnTo>
                      <a:pt x="295490" y="147320"/>
                    </a:lnTo>
                    <a:close/>
                  </a:path>
                  <a:path w="533400" h="216534">
                    <a:moveTo>
                      <a:pt x="533069" y="181444"/>
                    </a:moveTo>
                    <a:lnTo>
                      <a:pt x="469988" y="89141"/>
                    </a:lnTo>
                    <a:lnTo>
                      <a:pt x="530479" y="482"/>
                    </a:lnTo>
                    <a:lnTo>
                      <a:pt x="490664" y="482"/>
                    </a:lnTo>
                    <a:lnTo>
                      <a:pt x="437159" y="81140"/>
                    </a:lnTo>
                    <a:lnTo>
                      <a:pt x="437159" y="482"/>
                    </a:lnTo>
                    <a:lnTo>
                      <a:pt x="401472" y="482"/>
                    </a:lnTo>
                    <a:lnTo>
                      <a:pt x="401472" y="81140"/>
                    </a:lnTo>
                    <a:lnTo>
                      <a:pt x="347967" y="482"/>
                    </a:lnTo>
                    <a:lnTo>
                      <a:pt x="308419" y="482"/>
                    </a:lnTo>
                    <a:lnTo>
                      <a:pt x="368642" y="89141"/>
                    </a:lnTo>
                    <a:lnTo>
                      <a:pt x="305816" y="181444"/>
                    </a:lnTo>
                    <a:lnTo>
                      <a:pt x="345363" y="181444"/>
                    </a:lnTo>
                    <a:lnTo>
                      <a:pt x="401472" y="98971"/>
                    </a:lnTo>
                    <a:lnTo>
                      <a:pt x="401472" y="181444"/>
                    </a:lnTo>
                    <a:lnTo>
                      <a:pt x="437159" y="181444"/>
                    </a:lnTo>
                    <a:lnTo>
                      <a:pt x="437159" y="98971"/>
                    </a:lnTo>
                    <a:lnTo>
                      <a:pt x="493255" y="181444"/>
                    </a:lnTo>
                    <a:lnTo>
                      <a:pt x="533069" y="181444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37" name="object 1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0016" y="8329504"/>
              <a:ext cx="124530" cy="43528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0016" y="8817196"/>
              <a:ext cx="124530" cy="217888"/>
            </a:xfrm>
            <a:prstGeom prst="rect">
              <a:avLst/>
            </a:prstGeom>
          </p:spPr>
        </p:pic>
        <p:grpSp>
          <p:nvGrpSpPr>
            <p:cNvPr id="139" name="object 139"/>
            <p:cNvGrpSpPr/>
            <p:nvPr/>
          </p:nvGrpSpPr>
          <p:grpSpPr>
            <a:xfrm>
              <a:off x="710016" y="8329504"/>
              <a:ext cx="934719" cy="706120"/>
              <a:chOff x="709109" y="9823575"/>
              <a:chExt cx="934719" cy="706120"/>
            </a:xfrm>
          </p:grpSpPr>
          <p:pic>
            <p:nvPicPr>
              <p:cNvPr id="140" name="object 140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03724" y="10089021"/>
                <a:ext cx="174277" cy="174277"/>
              </a:xfrm>
              <a:prstGeom prst="rect">
                <a:avLst/>
              </a:prstGeom>
            </p:spPr>
          </p:pic>
          <p:pic>
            <p:nvPicPr>
              <p:cNvPr id="141" name="object 141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709109" y="9823575"/>
                <a:ext cx="934264" cy="705580"/>
              </a:xfrm>
              <a:prstGeom prst="rect">
                <a:avLst/>
              </a:prstGeom>
            </p:spPr>
          </p:pic>
        </p:grp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48C1926B-E609-AA4D-1413-7FF0136FC849}"/>
              </a:ext>
            </a:extLst>
          </p:cNvPr>
          <p:cNvSpPr txBox="1"/>
          <p:nvPr/>
        </p:nvSpPr>
        <p:spPr>
          <a:xfrm>
            <a:off x="9640186" y="7649671"/>
            <a:ext cx="99130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ИСиП-22-4</a:t>
            </a:r>
          </a:p>
          <a:p>
            <a:pPr algn="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Макарова Елизавета Геннадьевна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Жук Александр Александрович</a:t>
            </a:r>
          </a:p>
          <a:p>
            <a:pPr algn="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Рецензент: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Корзунин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Андрей Владимирович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918B16-73DE-75DB-19FC-1DBE57603EA7}"/>
              </a:ext>
            </a:extLst>
          </p:cNvPr>
          <p:cNvSpPr txBox="1"/>
          <p:nvPr/>
        </p:nvSpPr>
        <p:spPr>
          <a:xfrm>
            <a:off x="8140565" y="974675"/>
            <a:ext cx="3822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6AF68AB-44F5-D558-7906-6DD2D4F2558C}"/>
              </a:ext>
            </a:extLst>
          </p:cNvPr>
          <p:cNvGrpSpPr/>
          <p:nvPr/>
        </p:nvGrpSpPr>
        <p:grpSpPr>
          <a:xfrm>
            <a:off x="989033" y="2976233"/>
            <a:ext cx="17104223" cy="5356885"/>
            <a:chOff x="989033" y="2990675"/>
            <a:chExt cx="17104223" cy="53568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67FECC-78C5-8F87-9EFE-0783ACE92456}"/>
                </a:ext>
              </a:extLst>
            </p:cNvPr>
            <p:cNvSpPr txBox="1"/>
            <p:nvPr/>
          </p:nvSpPr>
          <p:spPr>
            <a:xfrm>
              <a:off x="2010844" y="3287520"/>
              <a:ext cx="16082412" cy="506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3600"/>
                </a:spcAft>
                <a:buClr>
                  <a:srgbClr val="1D8F99"/>
                </a:buClr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Проблема: Магазин «Орхидея» не имеет собственного сайта, что ограничивает аудиторию, усложняет прием заказов и систематизацию ассортимента. </a:t>
              </a:r>
            </a:p>
            <a:p>
              <a:pPr algn="just">
                <a:lnSpc>
                  <a:spcPct val="150000"/>
                </a:lnSpc>
                <a:buClr>
                  <a:srgbClr val="1D8F99"/>
                </a:buClr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Решение: Создание веб-ресурса для автоматизации продаж и укрепления цифрового бренда.</a:t>
              </a:r>
            </a:p>
          </p:txBody>
        </p:sp>
        <p:pic>
          <p:nvPicPr>
            <p:cNvPr id="7" name="Рисунок 6" descr="Вопросительный знак со сплошной заливкой">
              <a:extLst>
                <a:ext uri="{FF2B5EF4-FFF2-40B4-BE49-F238E27FC236}">
                  <a16:creationId xmlns:a16="http://schemas.microsoft.com/office/drawing/2014/main" id="{BBD0BA94-4515-4094-44E3-32F5BF98A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9033" y="2990675"/>
              <a:ext cx="1125588" cy="1125588"/>
            </a:xfrm>
            <a:prstGeom prst="rect">
              <a:avLst/>
            </a:prstGeom>
          </p:spPr>
        </p:pic>
        <p:pic>
          <p:nvPicPr>
            <p:cNvPr id="9" name="Рисунок 8" descr="Флажок со сплошной заливкой">
              <a:extLst>
                <a:ext uri="{FF2B5EF4-FFF2-40B4-BE49-F238E27FC236}">
                  <a16:creationId xmlns:a16="http://schemas.microsoft.com/office/drawing/2014/main" id="{22E2D29E-87F3-3E31-4980-D38E13FC4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94627" y="644667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002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75F4-9F0B-AA54-9218-4430B6B4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3CA84-822B-1916-F852-CD319E0D420D}"/>
              </a:ext>
            </a:extLst>
          </p:cNvPr>
          <p:cNvSpPr txBox="1"/>
          <p:nvPr/>
        </p:nvSpPr>
        <p:spPr>
          <a:xfrm>
            <a:off x="7019875" y="974675"/>
            <a:ext cx="60643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CD881-3E3D-5716-B7A6-76667AB4A5B6}"/>
              </a:ext>
            </a:extLst>
          </p:cNvPr>
          <p:cNvSpPr txBox="1"/>
          <p:nvPr/>
        </p:nvSpPr>
        <p:spPr>
          <a:xfrm>
            <a:off x="1592050" y="2918675"/>
            <a:ext cx="16920000" cy="552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  <a:buClr>
                <a:srgbClr val="1D8F99"/>
              </a:buClr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и существующих решений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Обосновать выбор стека технологий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разработать информационную систему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разработанный продукт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комплект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65683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31D22-5934-DDE0-D201-0E62C430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4726F-B9EF-E3D1-CA33-66B16605911A}"/>
              </a:ext>
            </a:extLst>
          </p:cNvPr>
          <p:cNvSpPr txBox="1"/>
          <p:nvPr/>
        </p:nvSpPr>
        <p:spPr>
          <a:xfrm>
            <a:off x="5653089" y="974675"/>
            <a:ext cx="87979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ресурсов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D2943C7F-F49E-0CF8-9AC7-D063602D2542}"/>
              </a:ext>
            </a:extLst>
          </p:cNvPr>
          <p:cNvGrpSpPr/>
          <p:nvPr/>
        </p:nvGrpSpPr>
        <p:grpSpPr>
          <a:xfrm>
            <a:off x="1350266" y="2702675"/>
            <a:ext cx="17039808" cy="6408000"/>
            <a:chOff x="1170266" y="2702675"/>
            <a:chExt cx="17039808" cy="58904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731959-BA5E-E39E-51F0-31D8EFB72BCB}"/>
                </a:ext>
              </a:extLst>
            </p:cNvPr>
            <p:cNvSpPr txBox="1"/>
            <p:nvPr/>
          </p:nvSpPr>
          <p:spPr>
            <a:xfrm>
              <a:off x="2744050" y="2702675"/>
              <a:ext cx="14256000" cy="8319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Положительные практики, характерные в предметной области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AD2DDF-2613-A15B-1815-86D74605BA68}"/>
                </a:ext>
              </a:extLst>
            </p:cNvPr>
            <p:cNvSpPr txBox="1"/>
            <p:nvPr/>
          </p:nvSpPr>
          <p:spPr>
            <a:xfrm>
              <a:off x="12810076" y="5844613"/>
              <a:ext cx="5399998" cy="1828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buClr>
                  <a:srgbClr val="1D8F99"/>
                </a:buClr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Реализация пошагового оформления заказа</a:t>
              </a:r>
            </a:p>
          </p:txBody>
        </p: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CDA8997A-0A66-0B36-DC90-D220C94EE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4025" y="3913872"/>
              <a:ext cx="1224000" cy="1740803"/>
            </a:xfrm>
            <a:prstGeom prst="straightConnector1">
              <a:avLst/>
            </a:prstGeom>
            <a:ln w="76200">
              <a:solidFill>
                <a:srgbClr val="1D8F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D68F3D-6845-CF62-AD60-739DFB80C312}"/>
                </a:ext>
              </a:extLst>
            </p:cNvPr>
            <p:cNvSpPr txBox="1"/>
            <p:nvPr/>
          </p:nvSpPr>
          <p:spPr>
            <a:xfrm>
              <a:off x="1170266" y="5838650"/>
              <a:ext cx="6120000" cy="1840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Использование простого и понятного дизайна</a:t>
              </a:r>
              <a:endParaRPr lang="ru-RU" sz="4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CD5920-DDDA-E488-AE68-0336542ACB4D}"/>
                </a:ext>
              </a:extLst>
            </p:cNvPr>
            <p:cNvSpPr txBox="1"/>
            <p:nvPr/>
          </p:nvSpPr>
          <p:spPr>
            <a:xfrm>
              <a:off x="7646508" y="6752843"/>
              <a:ext cx="4451083" cy="1840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Наличие удобной структуры каталога</a:t>
              </a:r>
              <a:endParaRPr lang="ru-RU" sz="4000" dirty="0"/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ADEF6297-636A-E153-E706-3CC3EFF65BFE}"/>
                </a:ext>
              </a:extLst>
            </p:cNvPr>
            <p:cNvCxnSpPr>
              <a:cxnSpLocks/>
            </p:cNvCxnSpPr>
            <p:nvPr/>
          </p:nvCxnSpPr>
          <p:spPr>
            <a:xfrm>
              <a:off x="14286075" y="3922946"/>
              <a:ext cx="1224000" cy="1740803"/>
            </a:xfrm>
            <a:prstGeom prst="straightConnector1">
              <a:avLst/>
            </a:prstGeom>
            <a:ln w="76200">
              <a:solidFill>
                <a:srgbClr val="1D8F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16F1E621-8292-CE75-211F-D79C82FC3209}"/>
                </a:ext>
              </a:extLst>
            </p:cNvPr>
            <p:cNvCxnSpPr>
              <a:cxnSpLocks/>
            </p:cNvCxnSpPr>
            <p:nvPr/>
          </p:nvCxnSpPr>
          <p:spPr>
            <a:xfrm>
              <a:off x="9872050" y="3913872"/>
              <a:ext cx="0" cy="2676803"/>
            </a:xfrm>
            <a:prstGeom prst="straightConnector1">
              <a:avLst/>
            </a:prstGeom>
            <a:ln w="76200">
              <a:solidFill>
                <a:srgbClr val="1D8F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913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D606-70BA-8209-69AA-C3EC3086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DF981-4149-150B-4A2F-E4AC8C67F4E8}"/>
              </a:ext>
            </a:extLst>
          </p:cNvPr>
          <p:cNvSpPr txBox="1"/>
          <p:nvPr/>
        </p:nvSpPr>
        <p:spPr>
          <a:xfrm>
            <a:off x="6187979" y="974675"/>
            <a:ext cx="77281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Выбранный стек технологий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C128820-992F-7A34-7A89-5739F80E2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349" y="2963800"/>
            <a:ext cx="3938701" cy="270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9C33E37-1491-D41C-ECB0-A4F2DC296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050" y="2747138"/>
            <a:ext cx="4284201" cy="291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521287B9-4C92-E965-C209-D17990D59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050" y="7158116"/>
            <a:ext cx="3227279" cy="322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00BEF396-A848-0AD5-BB99-DA9B01B5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121" y="7037911"/>
            <a:ext cx="2713636" cy="347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C4AE99EC-CAD9-D583-C9BF-6EBABFEBB3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4" t="6564" r="9744" b="7368"/>
          <a:stretch/>
        </p:blipFill>
        <p:spPr bwMode="auto">
          <a:xfrm>
            <a:off x="14790550" y="7094675"/>
            <a:ext cx="3109500" cy="336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5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A16F7-57C2-3144-B507-CDBA8A2C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64AAFB-DDD6-4D63-90F9-BF2FE2CE7B09}"/>
              </a:ext>
            </a:extLst>
          </p:cNvPr>
          <p:cNvSpPr txBox="1"/>
          <p:nvPr/>
        </p:nvSpPr>
        <p:spPr>
          <a:xfrm>
            <a:off x="6092504" y="974675"/>
            <a:ext cx="7919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69B6768-6F82-542F-4CD4-F86D760FF1D4}"/>
              </a:ext>
            </a:extLst>
          </p:cNvPr>
          <p:cNvGrpSpPr/>
          <p:nvPr/>
        </p:nvGrpSpPr>
        <p:grpSpPr>
          <a:xfrm>
            <a:off x="1413166" y="2270675"/>
            <a:ext cx="4437951" cy="4884777"/>
            <a:chOff x="2238770" y="2270675"/>
            <a:chExt cx="4437951" cy="4884777"/>
          </a:xfrm>
        </p:grpSpPr>
        <p:pic>
          <p:nvPicPr>
            <p:cNvPr id="2050" name="Picture 2" descr="Picture background">
              <a:extLst>
                <a:ext uri="{FF2B5EF4-FFF2-40B4-BE49-F238E27FC236}">
                  <a16:creationId xmlns:a16="http://schemas.microsoft.com/office/drawing/2014/main" id="{57D08664-3A68-A208-E325-C3BCCE5C53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34477" y1="35458" x2="41013" y2="52614"/>
                          <a14:foregroundMark x1="41013" y1="52614" x2="64052" y2="44118"/>
                          <a14:foregroundMark x1="64052" y1="44118" x2="68954" y2="29902"/>
                          <a14:foregroundMark x1="32680" y1="27451" x2="52288" y2="27451"/>
                          <a14:foregroundMark x1="52288" y1="27451" x2="67320" y2="46242"/>
                          <a14:foregroundMark x1="67320" y1="46242" x2="47549" y2="65196"/>
                          <a14:foregroundMark x1="47549" y1="65196" x2="34477" y2="48529"/>
                          <a14:foregroundMark x1="34477" y1="48529" x2="36438" y2="38072"/>
                          <a14:foregroundMark x1="58241" y1="24842" x2="76144" y2="31863"/>
                          <a14:foregroundMark x1="76144" y1="31863" x2="77367" y2="42422"/>
                          <a14:foregroundMark x1="77367" y1="59688" x2="63399" y2="67320"/>
                          <a14:foregroundMark x1="63399" y1="67320" x2="42874" y2="68142"/>
                          <a14:foregroundMark x1="38189" y1="68003" x2="23529" y2="61765"/>
                          <a14:foregroundMark x1="23529" y1="61765" x2="23039" y2="40033"/>
                          <a14:foregroundMark x1="23039" y1="40033" x2="33293" y2="24199"/>
                          <a14:foregroundMark x1="75152" y1="21734" x2="77367" y2="25751"/>
                          <a14:foregroundMark x1="78735" y1="63399" x2="77124" y2="66340"/>
                          <a14:foregroundMark x1="39562" y1="66691" x2="24673" y2="66830"/>
                          <a14:foregroundMark x1="77124" y1="66340" x2="44240" y2="66647"/>
                          <a14:foregroundMark x1="24673" y1="66830" x2="20588" y2="39542"/>
                          <a14:foregroundMark x1="20588" y1="39542" x2="23149" y2="24480"/>
                          <a14:foregroundMark x1="26238" y1="22961" x2="32609" y2="22425"/>
                          <a14:foregroundMark x1="26797" y1="34314" x2="28922" y2="53595"/>
                          <a14:foregroundMark x1="28922" y1="53595" x2="37745" y2="41830"/>
                          <a14:foregroundMark x1="37745" y1="41830" x2="45588" y2="49346"/>
                          <a14:foregroundMark x1="45588" y1="49346" x2="53758" y2="43791"/>
                          <a14:foregroundMark x1="53758" y1="43791" x2="67157" y2="58987"/>
                          <a14:foregroundMark x1="67157" y1="58987" x2="73203" y2="41993"/>
                          <a14:foregroundMark x1="35131" y1="30556" x2="41176" y2="42974"/>
                          <a14:foregroundMark x1="41176" y1="42974" x2="44935" y2="33333"/>
                          <a14:foregroundMark x1="44935" y1="33333" x2="44118" y2="30556"/>
                          <a14:foregroundMark x1="51797" y1="30556" x2="44281" y2="42484"/>
                          <a14:foregroundMark x1="44281" y1="42484" x2="46895" y2="28105"/>
                          <a14:foregroundMark x1="25490" y1="59314" x2="49673" y2="63725"/>
                          <a14:foregroundMark x1="73856" y1="42974" x2="80065" y2="68301"/>
                          <a14:foregroundMark x1="36111" y1="67974" x2="42647" y2="67974"/>
                          <a14:foregroundMark x1="79085" y1="33333" x2="79412" y2="42974"/>
                          <a14:backgroundMark x1="36765" y1="19118" x2="54412" y2="21895"/>
                          <a14:backgroundMark x1="55229" y1="21569" x2="68627" y2="19118"/>
                          <a14:backgroundMark x1="51307" y1="22876" x2="81536" y2="17320"/>
                          <a14:backgroundMark x1="81536" y1="17320" x2="82843" y2="17320"/>
                          <a14:backgroundMark x1="40359" y1="16340" x2="23529" y2="17484"/>
                          <a14:backgroundMark x1="23529" y1="17484" x2="21569" y2="24020"/>
                          <a14:backgroundMark x1="34150" y1="20425" x2="38235" y2="21569"/>
                          <a14:backgroundMark x1="56863" y1="21242" x2="54085" y2="18137"/>
                          <a14:backgroundMark x1="84314" y1="35458" x2="84314" y2="56536"/>
                          <a14:backgroundMark x1="83473" y1="39723" x2="85294" y2="43301"/>
                          <a14:backgroundMark x1="80725" y1="33278" x2="83170" y2="21569"/>
                          <a14:backgroundMark x1="81863" y1="29085" x2="81209" y2="22876"/>
                          <a14:backgroundMark x1="81536" y1="55882" x2="81536" y2="56794"/>
                          <a14:backgroundMark x1="82190" y1="31209" x2="84967" y2="16993"/>
                          <a14:backgroundMark x1="81209" y1="26797" x2="81209" y2="33261"/>
                          <a14:backgroundMark x1="81325" y1="33257" x2="81536" y2="24183"/>
                          <a14:backgroundMark x1="81536" y1="42902" x2="81536" y2="56794"/>
                          <a14:backgroundMark x1="81536" y1="24183" x2="81536" y2="33250"/>
                          <a14:backgroundMark x1="50980" y1="15359" x2="60948" y2="18627"/>
                          <a14:backgroundMark x1="60948" y1="18627" x2="53105" y2="19444"/>
                        </a14:backgroundRemoval>
                      </a14:imgEffect>
                      <a14:imgEffect>
                        <a14:sharpenSoften amount="5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4631" r="10362" b="15345"/>
            <a:stretch/>
          </p:blipFill>
          <p:spPr bwMode="auto">
            <a:xfrm>
              <a:off x="2238770" y="2270675"/>
              <a:ext cx="4437951" cy="4437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EE8D47-7CDF-300A-916D-57057AA7DC30}"/>
                </a:ext>
              </a:extLst>
            </p:cNvPr>
            <p:cNvSpPr txBox="1"/>
            <p:nvPr/>
          </p:nvSpPr>
          <p:spPr>
            <a:xfrm>
              <a:off x="2238770" y="6447566"/>
              <a:ext cx="44379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Детальный каталог</a:t>
              </a: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8BBB1A1-83BE-91F0-619F-38E41DD5DBAE}"/>
              </a:ext>
            </a:extLst>
          </p:cNvPr>
          <p:cNvGrpSpPr/>
          <p:nvPr/>
        </p:nvGrpSpPr>
        <p:grpSpPr>
          <a:xfrm>
            <a:off x="7496050" y="6144740"/>
            <a:ext cx="5112000" cy="4350489"/>
            <a:chOff x="8532762" y="6708626"/>
            <a:chExt cx="5112000" cy="4350489"/>
          </a:xfrm>
        </p:grpSpPr>
        <p:pic>
          <p:nvPicPr>
            <p:cNvPr id="2054" name="Picture 6" descr="Picture background">
              <a:extLst>
                <a:ext uri="{FF2B5EF4-FFF2-40B4-BE49-F238E27FC236}">
                  <a16:creationId xmlns:a16="http://schemas.microsoft.com/office/drawing/2014/main" id="{CF75EE92-A648-0B4C-9C07-1D1DEA0E4A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58"/>
            <a:stretch/>
          </p:blipFill>
          <p:spPr bwMode="auto">
            <a:xfrm>
              <a:off x="9283485" y="6708626"/>
              <a:ext cx="3610554" cy="3996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0549F3-8416-999C-4FA8-D394F866FB80}"/>
                </a:ext>
              </a:extLst>
            </p:cNvPr>
            <p:cNvSpPr txBox="1"/>
            <p:nvPr/>
          </p:nvSpPr>
          <p:spPr>
            <a:xfrm>
              <a:off x="8532762" y="10351229"/>
              <a:ext cx="511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Простая форма заказа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54F0B73-F1AD-FC97-A307-8D050B45EB50}"/>
              </a:ext>
            </a:extLst>
          </p:cNvPr>
          <p:cNvGrpSpPr/>
          <p:nvPr/>
        </p:nvGrpSpPr>
        <p:grpSpPr>
          <a:xfrm>
            <a:off x="13789449" y="2531733"/>
            <a:ext cx="4901484" cy="5235238"/>
            <a:chOff x="13951926" y="2531733"/>
            <a:chExt cx="4901484" cy="5235238"/>
          </a:xfrm>
        </p:grpSpPr>
        <p:pic>
          <p:nvPicPr>
            <p:cNvPr id="2062" name="Picture 14" descr="Picture background">
              <a:extLst>
                <a:ext uri="{FF2B5EF4-FFF2-40B4-BE49-F238E27FC236}">
                  <a16:creationId xmlns:a16="http://schemas.microsoft.com/office/drawing/2014/main" id="{12A4F1E9-7995-CC26-6582-432298AA5E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36984" y1="25441" x2="37595" y2="24330"/>
                          <a14:foregroundMark x1="31200" y1="35954" x2="35261" y2="28573"/>
                          <a14:foregroundMark x1="43126" y1="18499" x2="46961" y2="17857"/>
                          <a14:foregroundMark x1="54903" y1="26657" x2="55167" y2="27141"/>
                          <a14:foregroundMark x1="51580" y1="20573" x2="52204" y2="21715"/>
                          <a14:foregroundMark x1="55167" y1="27141" x2="57467" y2="36104"/>
                          <a14:foregroundMark x1="44433" y1="27641" x2="46367" y2="22233"/>
                          <a14:foregroundMark x1="65767" y1="61542" x2="58933" y2="70656"/>
                          <a14:foregroundMark x1="58933" y1="70656" x2="66433" y2="75964"/>
                          <a14:foregroundMark x1="66433" y1="75964" x2="68433" y2="66450"/>
                          <a14:foregroundMark x1="37867" y1="26540" x2="41267" y2="21632"/>
                          <a14:foregroundMark x1="39600" y1="22384" x2="37667" y2="28843"/>
                          <a14:foregroundMark x1="38267" y1="24236" x2="39200" y2="28393"/>
                          <a14:foregroundMark x1="38367" y1="27141" x2="39300" y2="22083"/>
                          <a14:foregroundMark x1="40333" y1="21632" x2="37567" y2="27942"/>
                          <a14:foregroundMark x1="39500" y1="23485" x2="36633" y2="28092"/>
                          <a14:foregroundMark x1="41133" y1="20080" x2="36033" y2="26540"/>
                          <a14:foregroundMark x1="39600" y1="20981" x2="39000" y2="21482"/>
                          <a14:foregroundMark x1="39800" y1="21783" x2="39600" y2="22384"/>
                          <a14:foregroundMark x1="40033" y1="23135" x2="38800" y2="22684"/>
                          <a14:foregroundMark x1="38900" y1="22834" x2="39933" y2="20080"/>
                          <a14:foregroundMark x1="41267" y1="21132" x2="39800" y2="23335"/>
                          <a14:backgroundMark x1="40269" y1="18799" x2="45133" y2="16675"/>
                          <a14:backgroundMark x1="38367" y1="19629" x2="40257" y2="18804"/>
                          <a14:backgroundMark x1="46700" y1="16224" x2="51700" y2="20381"/>
                          <a14:backgroundMark x1="51700" y1="20381" x2="55300" y2="25638"/>
                          <a14:backgroundMark x1="52933" y1="22233" x2="53867" y2="29344"/>
                          <a14:backgroundMark x1="51900" y1="22083" x2="55000" y2="26540"/>
                          <a14:backgroundMark x1="37002" y1="28509" x2="36633" y2="29494"/>
                          <a14:backgroundMark x1="36633" y1="29494" x2="36633" y2="29494"/>
                          <a14:backgroundMark x1="35933" y1="27359" x2="35800" y2="28693"/>
                          <a14:backgroundMark x1="36017" y1="26517" x2="35938" y2="27307"/>
                          <a14:backgroundMark x1="36333" y1="23335" x2="36199" y2="246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65" t="6542" r="22579" b="6542"/>
            <a:stretch/>
          </p:blipFill>
          <p:spPr bwMode="auto">
            <a:xfrm>
              <a:off x="14444752" y="2531733"/>
              <a:ext cx="3915833" cy="3915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D516E4-C444-2DCC-13DD-E007EC9426DE}"/>
                </a:ext>
              </a:extLst>
            </p:cNvPr>
            <p:cNvSpPr txBox="1"/>
            <p:nvPr/>
          </p:nvSpPr>
          <p:spPr>
            <a:xfrm>
              <a:off x="13951926" y="6443532"/>
              <a:ext cx="490148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Панель администратора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867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6891-E5AB-0325-4152-697D1467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0C081-0AD9-61DF-F9AC-090D0C40DB47}"/>
              </a:ext>
            </a:extLst>
          </p:cNvPr>
          <p:cNvSpPr txBox="1"/>
          <p:nvPr/>
        </p:nvSpPr>
        <p:spPr>
          <a:xfrm>
            <a:off x="5464576" y="974675"/>
            <a:ext cx="9174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бизнес-процессов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CD7A233-0CD6-FFF8-8E90-F1EA4C87B955}"/>
              </a:ext>
            </a:extLst>
          </p:cNvPr>
          <p:cNvGrpSpPr/>
          <p:nvPr/>
        </p:nvGrpSpPr>
        <p:grpSpPr>
          <a:xfrm>
            <a:off x="300334" y="2090674"/>
            <a:ext cx="19503433" cy="8737725"/>
            <a:chOff x="300334" y="2090674"/>
            <a:chExt cx="19503433" cy="8737725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8D2BE020-EE75-1D33-490E-21041FC6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34" y="2414674"/>
              <a:ext cx="10136508" cy="8089725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DE4BFE59-E009-4F41-09D0-DE94681A1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649" y="2090674"/>
              <a:ext cx="9277118" cy="8737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2257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F29A-03B7-8E1C-B3BB-8C7F80D2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87F3046-5A70-D156-BFB4-CB7093BE9A24}"/>
              </a:ext>
            </a:extLst>
          </p:cNvPr>
          <p:cNvGrpSpPr/>
          <p:nvPr/>
        </p:nvGrpSpPr>
        <p:grpSpPr>
          <a:xfrm>
            <a:off x="1449270" y="2946709"/>
            <a:ext cx="17205561" cy="6785321"/>
            <a:chOff x="1017880" y="3494674"/>
            <a:chExt cx="16280531" cy="6420519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25AA8429-DD51-E2A2-70F7-E07D07A46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29" r="9154" b="3313"/>
            <a:stretch/>
          </p:blipFill>
          <p:spPr bwMode="auto">
            <a:xfrm>
              <a:off x="13548701" y="4977222"/>
              <a:ext cx="3749710" cy="345542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C560439D-008D-375D-CE91-57586B062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71" b="98294" l="2366" r="96452">
                          <a14:foregroundMark x1="80129" y1="92269" x2="80108" y2="98294"/>
                          <a14:foregroundMark x1="80269" y1="51804" x2="80154" y2="84875"/>
                          <a14:foregroundMark x1="80277" y1="49423" x2="80275" y2="49979"/>
                          <a14:foregroundMark x1="2366" y1="3072" x2="5806" y2="60580"/>
                          <a14:foregroundMark x1="5806" y1="60580" x2="5806" y2="60580"/>
                          <a14:foregroundMark x1="3226" y1="30034" x2="3226" y2="70478"/>
                          <a14:foregroundMark x1="11720" y1="50171" x2="11828" y2="95563"/>
                          <a14:foregroundMark x1="2366" y1="4437" x2="20430" y2="16724"/>
                          <a14:foregroundMark x1="84689" y1="48871" x2="84908" y2="84768"/>
                          <a14:foregroundMark x1="84409" y1="3072" x2="84429" y2="6438"/>
                          <a14:foregroundMark x1="89247" y1="68259" x2="93118" y2="71672"/>
                          <a14:foregroundMark x1="84516" y1="61433" x2="89462" y2="66894"/>
                          <a14:foregroundMark x1="89462" y1="66894" x2="94946" y2="77645"/>
                          <a14:foregroundMark x1="94946" y1="77645" x2="83441" y2="73891"/>
                          <a14:foregroundMark x1="87634" y1="62287" x2="89355" y2="59215"/>
                          <a14:foregroundMark x1="89785" y1="57167" x2="93978" y2="65700"/>
                          <a14:foregroundMark x1="90645" y1="58874" x2="95484" y2="62287"/>
                          <a14:foregroundMark x1="95484" y1="62287" x2="95484" y2="62287"/>
                          <a14:foregroundMark x1="39677" y1="8703" x2="34516" y2="18089"/>
                          <a14:foregroundMark x1="21183" y1="21502" x2="23333" y2="28498"/>
                          <a14:foregroundMark x1="23011" y1="64676" x2="21505" y2="64334"/>
                          <a14:foregroundMark x1="21505" y1="64676" x2="21828" y2="74403"/>
                          <a14:foregroundMark x1="21828" y1="74403" x2="21828" y2="72014"/>
                          <a14:foregroundMark x1="23118" y1="15529" x2="23441" y2="29352"/>
                          <a14:foregroundMark x1="25269" y1="171" x2="75002" y2="11761"/>
                          <a14:foregroundMark x1="75255" y1="5309" x2="62796" y2="5461"/>
                          <a14:foregroundMark x1="73165" y1="1932" x2="70860" y2="171"/>
                          <a14:foregroundMark x1="42688" y1="33106" x2="51720" y2="40444"/>
                          <a14:foregroundMark x1="51720" y1="40444" x2="54409" y2="59727"/>
                          <a14:foregroundMark x1="54409" y1="59727" x2="50430" y2="65017"/>
                          <a14:foregroundMark x1="59677" y1="44198" x2="58065" y2="65017"/>
                          <a14:foregroundMark x1="52366" y1="71672" x2="80108" y2="64334"/>
                          <a14:foregroundMark x1="80108" y1="64334" x2="81935" y2="64334"/>
                          <a14:foregroundMark x1="80860" y1="70137" x2="51935" y2="76280"/>
                          <a14:foregroundMark x1="51935" y1="76280" x2="49140" y2="76280"/>
                          <a14:foregroundMark x1="66989" y1="71843" x2="80000" y2="75085"/>
                          <a14:foregroundMark x1="48710" y1="71160" x2="44409" y2="76280"/>
                          <a14:foregroundMark x1="44409" y1="76280" x2="48925" y2="75597"/>
                          <a14:foregroundMark x1="48172" y1="75256" x2="40860" y2="70990"/>
                          <a14:foregroundMark x1="40860" y1="70990" x2="42258" y2="64334"/>
                          <a14:foregroundMark x1="41075" y1="66724" x2="40323" y2="75427"/>
                          <a14:foregroundMark x1="40323" y1="75427" x2="37527" y2="68942"/>
                          <a14:foregroundMark x1="74194" y1="2901" x2="73011" y2="52901"/>
                          <a14:foregroundMark x1="74731" y1="19113" x2="71505" y2="73038"/>
                          <a14:foregroundMark x1="72473" y1="32935" x2="72903" y2="61433"/>
                          <a14:foregroundMark x1="73226" y1="36519" x2="74086" y2="55631"/>
                          <a14:foregroundMark x1="74086" y1="34812" x2="73763" y2="47611"/>
                          <a14:foregroundMark x1="95914" y1="62116" x2="95591" y2="75085"/>
                          <a14:foregroundMark x1="90538" y1="61604" x2="96129" y2="60068"/>
                          <a14:foregroundMark x1="96129" y1="60068" x2="96452" y2="59898"/>
                          <a14:foregroundMark x1="92151" y1="59898" x2="94194" y2="59727"/>
                          <a14:foregroundMark x1="96022" y1="61775" x2="96022" y2="76792"/>
                          <a14:backgroundMark x1="78925" y1="2730" x2="86559" y2="46416"/>
                          <a14:backgroundMark x1="86559" y1="46416" x2="92151" y2="47611"/>
                          <a14:backgroundMark x1="86237" y1="12116" x2="82473" y2="4266"/>
                          <a14:backgroundMark x1="82473" y1="4266" x2="81828" y2="1024"/>
                          <a14:backgroundMark x1="76806" y1="8534" x2="80215" y2="13481"/>
                          <a14:backgroundMark x1="72688" y1="2560" x2="72869" y2="2822"/>
                          <a14:backgroundMark x1="80215" y1="13481" x2="78817" y2="25939"/>
                          <a14:backgroundMark x1="78817" y1="25939" x2="82043" y2="48805"/>
                          <a14:backgroundMark x1="82043" y1="48805" x2="82473" y2="50341"/>
                          <a14:backgroundMark x1="76850" y1="6669" x2="84301" y2="14505"/>
                          <a14:backgroundMark x1="84301" y1="14505" x2="85806" y2="12457"/>
                          <a14:backgroundMark x1="85806" y1="9386" x2="86129" y2="25427"/>
                          <a14:backgroundMark x1="95484" y1="88225" x2="57742" y2="890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15" r="3040" b="7260"/>
            <a:stretch/>
          </p:blipFill>
          <p:spPr>
            <a:xfrm>
              <a:off x="1017880" y="3494674"/>
              <a:ext cx="11159472" cy="6420519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DFDF9FE-0D33-DE9A-7CC6-AC16A8A230AD}"/>
              </a:ext>
            </a:extLst>
          </p:cNvPr>
          <p:cNvSpPr txBox="1"/>
          <p:nvPr/>
        </p:nvSpPr>
        <p:spPr>
          <a:xfrm>
            <a:off x="6034348" y="974675"/>
            <a:ext cx="80354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5062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8292-1CB4-4A57-76D0-CB1C25DE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37D56-FF5D-D411-FFF8-F7C0D446E80F}"/>
              </a:ext>
            </a:extLst>
          </p:cNvPr>
          <p:cNvSpPr txBox="1"/>
          <p:nvPr/>
        </p:nvSpPr>
        <p:spPr>
          <a:xfrm>
            <a:off x="6099943" y="974675"/>
            <a:ext cx="7904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</a:p>
        </p:txBody>
      </p:sp>
      <p:pic>
        <p:nvPicPr>
          <p:cNvPr id="3" name="Video Project 1">
            <a:hlinkClick r:id="" action="ppaction://media"/>
            <a:extLst>
              <a:ext uri="{FF2B5EF4-FFF2-40B4-BE49-F238E27FC236}">
                <a16:creationId xmlns:a16="http://schemas.microsoft.com/office/drawing/2014/main" id="{9F2F2266-A046-26DA-6C7A-95F0FB549F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6025" r="6025"/>
          <a:stretch/>
        </p:blipFill>
        <p:spPr>
          <a:xfrm>
            <a:off x="891146" y="1982675"/>
            <a:ext cx="18321808" cy="892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341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47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C4D5-149B-1C4D-4886-CFCC8AE6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C5832-5CB5-A909-8FAB-BB29D25B460F}"/>
              </a:ext>
            </a:extLst>
          </p:cNvPr>
          <p:cNvSpPr txBox="1"/>
          <p:nvPr/>
        </p:nvSpPr>
        <p:spPr>
          <a:xfrm>
            <a:off x="6319554" y="974675"/>
            <a:ext cx="74649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администратора</a:t>
            </a:r>
          </a:p>
        </p:txBody>
      </p:sp>
      <p:pic>
        <p:nvPicPr>
          <p:cNvPr id="3" name="Video Project 4">
            <a:hlinkClick r:id="" action="ppaction://media"/>
            <a:extLst>
              <a:ext uri="{FF2B5EF4-FFF2-40B4-BE49-F238E27FC236}">
                <a16:creationId xmlns:a16="http://schemas.microsoft.com/office/drawing/2014/main" id="{581D0A54-C35A-2C91-DBE6-C113DA9F26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5455" r="5455"/>
          <a:stretch/>
        </p:blipFill>
        <p:spPr>
          <a:xfrm>
            <a:off x="772554" y="1982675"/>
            <a:ext cx="18558993" cy="892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367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5A0465-136C-D259-EF2A-E63BDA99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562" y="2630675"/>
            <a:ext cx="7026975" cy="7026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7967B-FE20-90B5-95ED-5CC0A7C37521}"/>
              </a:ext>
            </a:extLst>
          </p:cNvPr>
          <p:cNvSpPr txBox="1"/>
          <p:nvPr/>
        </p:nvSpPr>
        <p:spPr>
          <a:xfrm>
            <a:off x="7304118" y="974675"/>
            <a:ext cx="54958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сайт</a:t>
            </a:r>
          </a:p>
        </p:txBody>
      </p:sp>
    </p:spTree>
    <p:extLst>
      <p:ext uri="{BB962C8B-B14F-4D97-AF65-F5344CB8AC3E}">
        <p14:creationId xmlns:p14="http://schemas.microsoft.com/office/powerpoint/2010/main" val="2504019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0677-1A82-C22B-1322-C5F41D08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Рисунок 5" descr="Брушстроке">
            <a:extLst>
              <a:ext uri="{FF2B5EF4-FFF2-40B4-BE49-F238E27FC236}">
                <a16:creationId xmlns:a16="http://schemas.microsoft.com/office/drawing/2014/main" id="{11BA586A-F771-8F9E-324F-91DD32EE8F7B}"/>
              </a:ext>
            </a:extLst>
          </p:cNvPr>
          <p:cNvSpPr/>
          <p:nvPr/>
        </p:nvSpPr>
        <p:spPr>
          <a:xfrm>
            <a:off x="5645691" y="4570745"/>
            <a:ext cx="8812718" cy="2167859"/>
          </a:xfrm>
          <a:custGeom>
            <a:avLst/>
            <a:gdLst>
              <a:gd name="connsiteX0" fmla="*/ 7432827 w 7665111"/>
              <a:gd name="connsiteY0" fmla="*/ 1624275 h 1880445"/>
              <a:gd name="connsiteX1" fmla="*/ 7334548 w 7665111"/>
              <a:gd name="connsiteY1" fmla="*/ 1600620 h 1880445"/>
              <a:gd name="connsiteX2" fmla="*/ 5459286 w 7665111"/>
              <a:gd name="connsiteY2" fmla="*/ 1447636 h 1880445"/>
              <a:gd name="connsiteX3" fmla="*/ 3992718 w 7665111"/>
              <a:gd name="connsiteY3" fmla="*/ 1409337 h 1880445"/>
              <a:gd name="connsiteX4" fmla="*/ 3992718 w 7665111"/>
              <a:gd name="connsiteY4" fmla="*/ 1409763 h 1880445"/>
              <a:gd name="connsiteX5" fmla="*/ 7331827 w 7665111"/>
              <a:gd name="connsiteY5" fmla="*/ 1717983 h 1880445"/>
              <a:gd name="connsiteX6" fmla="*/ 7331913 w 7665111"/>
              <a:gd name="connsiteY6" fmla="*/ 1718365 h 1880445"/>
              <a:gd name="connsiteX7" fmla="*/ 6945239 w 7665111"/>
              <a:gd name="connsiteY7" fmla="*/ 1880446 h 1880445"/>
              <a:gd name="connsiteX8" fmla="*/ 5873824 w 7665111"/>
              <a:gd name="connsiteY8" fmla="*/ 1802806 h 1880445"/>
              <a:gd name="connsiteX9" fmla="*/ 5873824 w 7665111"/>
              <a:gd name="connsiteY9" fmla="*/ 1650885 h 1880445"/>
              <a:gd name="connsiteX10" fmla="*/ 2927021 w 7665111"/>
              <a:gd name="connsiteY10" fmla="*/ 1650885 h 1880445"/>
              <a:gd name="connsiteX11" fmla="*/ 2938456 w 7665111"/>
              <a:gd name="connsiteY11" fmla="*/ 1714965 h 1880445"/>
              <a:gd name="connsiteX12" fmla="*/ 2934141 w 7665111"/>
              <a:gd name="connsiteY12" fmla="*/ 1727206 h 1880445"/>
              <a:gd name="connsiteX13" fmla="*/ 2948190 w 7665111"/>
              <a:gd name="connsiteY13" fmla="*/ 1726675 h 1880445"/>
              <a:gd name="connsiteX14" fmla="*/ 5832911 w 7665111"/>
              <a:gd name="connsiteY14" fmla="*/ 1800957 h 1880445"/>
              <a:gd name="connsiteX15" fmla="*/ 5833059 w 7665111"/>
              <a:gd name="connsiteY15" fmla="*/ 1800978 h 1880445"/>
              <a:gd name="connsiteX16" fmla="*/ 1252759 w 7665111"/>
              <a:gd name="connsiteY16" fmla="*/ 1803932 h 1880445"/>
              <a:gd name="connsiteX17" fmla="*/ 984937 w 7665111"/>
              <a:gd name="connsiteY17" fmla="*/ 1803932 h 1880445"/>
              <a:gd name="connsiteX18" fmla="*/ 181642 w 7665111"/>
              <a:gd name="connsiteY18" fmla="*/ 1650906 h 1880445"/>
              <a:gd name="connsiteX19" fmla="*/ 181451 w 7665111"/>
              <a:gd name="connsiteY19" fmla="*/ 1650630 h 1880445"/>
              <a:gd name="connsiteX20" fmla="*/ 516201 w 7665111"/>
              <a:gd name="connsiteY20" fmla="*/ 1153571 h 1880445"/>
              <a:gd name="connsiteX21" fmla="*/ 516201 w 7665111"/>
              <a:gd name="connsiteY21" fmla="*/ 1000588 h 1880445"/>
              <a:gd name="connsiteX22" fmla="*/ 315245 w 7665111"/>
              <a:gd name="connsiteY22" fmla="*/ 120667 h 1880445"/>
              <a:gd name="connsiteX23" fmla="*/ 2458158 w 7665111"/>
              <a:gd name="connsiteY23" fmla="*/ 44175 h 1880445"/>
              <a:gd name="connsiteX24" fmla="*/ 4065449 w 7665111"/>
              <a:gd name="connsiteY24" fmla="*/ 44175 h 1880445"/>
              <a:gd name="connsiteX25" fmla="*/ 6342369 w 7665111"/>
              <a:gd name="connsiteY25" fmla="*/ 273693 h 1880445"/>
              <a:gd name="connsiteX26" fmla="*/ 7213209 w 7665111"/>
              <a:gd name="connsiteY26" fmla="*/ 311949 h 1880445"/>
              <a:gd name="connsiteX27" fmla="*/ 7298523 w 7665111"/>
              <a:gd name="connsiteY27" fmla="*/ 539193 h 1880445"/>
              <a:gd name="connsiteX28" fmla="*/ 5985132 w 7665111"/>
              <a:gd name="connsiteY28" fmla="*/ 504826 h 1880445"/>
              <a:gd name="connsiteX29" fmla="*/ 4417394 w 7665111"/>
              <a:gd name="connsiteY29" fmla="*/ 342448 h 1880445"/>
              <a:gd name="connsiteX30" fmla="*/ 4432612 w 7665111"/>
              <a:gd name="connsiteY30" fmla="*/ 347124 h 1880445"/>
              <a:gd name="connsiteX31" fmla="*/ 5985111 w 7665111"/>
              <a:gd name="connsiteY31" fmla="*/ 504826 h 1880445"/>
              <a:gd name="connsiteX32" fmla="*/ 7284708 w 7665111"/>
              <a:gd name="connsiteY32" fmla="*/ 612475 h 1880445"/>
              <a:gd name="connsiteX33" fmla="*/ 7280053 w 7665111"/>
              <a:gd name="connsiteY33" fmla="*/ 847540 h 1880445"/>
              <a:gd name="connsiteX34" fmla="*/ 7480903 w 7665111"/>
              <a:gd name="connsiteY34" fmla="*/ 847540 h 1880445"/>
              <a:gd name="connsiteX35" fmla="*/ 7548044 w 7665111"/>
              <a:gd name="connsiteY35" fmla="*/ 1497944 h 1880445"/>
              <a:gd name="connsiteX36" fmla="*/ 7432827 w 7665111"/>
              <a:gd name="connsiteY36" fmla="*/ 1624275 h 1880445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2934141 w 7665111"/>
              <a:gd name="connsiteY12" fmla="*/ 1727206 h 1880446"/>
              <a:gd name="connsiteX13" fmla="*/ 2948190 w 7665111"/>
              <a:gd name="connsiteY13" fmla="*/ 172667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2934141 w 7665111"/>
              <a:gd name="connsiteY12" fmla="*/ 1727206 h 1880446"/>
              <a:gd name="connsiteX13" fmla="*/ 2948190 w 7665111"/>
              <a:gd name="connsiteY13" fmla="*/ 172667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2934141 w 7665111"/>
              <a:gd name="connsiteY12" fmla="*/ 172720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9161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9161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404971 w 7665111"/>
              <a:gd name="connsiteY19" fmla="*/ 151347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633762 w 7665111"/>
              <a:gd name="connsiteY18" fmla="*/ 1666146 h 1880446"/>
              <a:gd name="connsiteX19" fmla="*/ 404971 w 7665111"/>
              <a:gd name="connsiteY19" fmla="*/ 151347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633762 w 7665111"/>
              <a:gd name="connsiteY18" fmla="*/ 166614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633762 w 7665111"/>
              <a:gd name="connsiteY18" fmla="*/ 166614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100017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100017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4101776 w 7665111"/>
              <a:gd name="connsiteY10" fmla="*/ 1618445 h 1880446"/>
              <a:gd name="connsiteX11" fmla="*/ 3904421 w 7665111"/>
              <a:gd name="connsiteY11" fmla="*/ 1732286 h 1880446"/>
              <a:gd name="connsiteX12" fmla="*/ 3781310 w 7665111"/>
              <a:gd name="connsiteY12" fmla="*/ 1721595 h 1880446"/>
              <a:gd name="connsiteX13" fmla="*/ 5832911 w 7665111"/>
              <a:gd name="connsiteY13" fmla="*/ 1800957 h 1880446"/>
              <a:gd name="connsiteX14" fmla="*/ 5833059 w 7665111"/>
              <a:gd name="connsiteY14" fmla="*/ 1800978 h 1880446"/>
              <a:gd name="connsiteX15" fmla="*/ 1252759 w 7665111"/>
              <a:gd name="connsiteY15" fmla="*/ 1803932 h 1880446"/>
              <a:gd name="connsiteX16" fmla="*/ 1000177 w 7665111"/>
              <a:gd name="connsiteY16" fmla="*/ 1803932 h 1880446"/>
              <a:gd name="connsiteX17" fmla="*/ 567722 w 7665111"/>
              <a:gd name="connsiteY17" fmla="*/ 1722026 h 1880446"/>
              <a:gd name="connsiteX18" fmla="*/ 257651 w 7665111"/>
              <a:gd name="connsiteY18" fmla="*/ 1508390 h 1880446"/>
              <a:gd name="connsiteX19" fmla="*/ 516201 w 7665111"/>
              <a:gd name="connsiteY19" fmla="*/ 1153571 h 1880446"/>
              <a:gd name="connsiteX20" fmla="*/ 516201 w 7665111"/>
              <a:gd name="connsiteY20" fmla="*/ 1000588 h 1880446"/>
              <a:gd name="connsiteX21" fmla="*/ 315245 w 7665111"/>
              <a:gd name="connsiteY21" fmla="*/ 120667 h 1880446"/>
              <a:gd name="connsiteX22" fmla="*/ 2458158 w 7665111"/>
              <a:gd name="connsiteY22" fmla="*/ 44175 h 1880446"/>
              <a:gd name="connsiteX23" fmla="*/ 4065449 w 7665111"/>
              <a:gd name="connsiteY23" fmla="*/ 44175 h 1880446"/>
              <a:gd name="connsiteX24" fmla="*/ 6342369 w 7665111"/>
              <a:gd name="connsiteY24" fmla="*/ 273693 h 1880446"/>
              <a:gd name="connsiteX25" fmla="*/ 7213209 w 7665111"/>
              <a:gd name="connsiteY25" fmla="*/ 311949 h 1880446"/>
              <a:gd name="connsiteX26" fmla="*/ 7298523 w 7665111"/>
              <a:gd name="connsiteY26" fmla="*/ 539193 h 1880446"/>
              <a:gd name="connsiteX27" fmla="*/ 5985132 w 7665111"/>
              <a:gd name="connsiteY27" fmla="*/ 504826 h 1880446"/>
              <a:gd name="connsiteX28" fmla="*/ 4417394 w 7665111"/>
              <a:gd name="connsiteY28" fmla="*/ 342448 h 1880446"/>
              <a:gd name="connsiteX29" fmla="*/ 4432612 w 7665111"/>
              <a:gd name="connsiteY29" fmla="*/ 347124 h 1880446"/>
              <a:gd name="connsiteX30" fmla="*/ 5985111 w 7665111"/>
              <a:gd name="connsiteY30" fmla="*/ 504826 h 1880446"/>
              <a:gd name="connsiteX31" fmla="*/ 7284708 w 7665111"/>
              <a:gd name="connsiteY31" fmla="*/ 612475 h 1880446"/>
              <a:gd name="connsiteX32" fmla="*/ 7280053 w 7665111"/>
              <a:gd name="connsiteY32" fmla="*/ 847540 h 1880446"/>
              <a:gd name="connsiteX33" fmla="*/ 7480903 w 7665111"/>
              <a:gd name="connsiteY33" fmla="*/ 847540 h 1880446"/>
              <a:gd name="connsiteX34" fmla="*/ 7548044 w 7665111"/>
              <a:gd name="connsiteY34" fmla="*/ 1497944 h 1880446"/>
              <a:gd name="connsiteX35" fmla="*/ 7432827 w 7665111"/>
              <a:gd name="connsiteY35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4101776 w 7665111"/>
              <a:gd name="connsiteY10" fmla="*/ 1618445 h 1880446"/>
              <a:gd name="connsiteX11" fmla="*/ 3904421 w 7665111"/>
              <a:gd name="connsiteY11" fmla="*/ 1732286 h 1880446"/>
              <a:gd name="connsiteX12" fmla="*/ 5832911 w 7665111"/>
              <a:gd name="connsiteY12" fmla="*/ 1800957 h 1880446"/>
              <a:gd name="connsiteX13" fmla="*/ 5833059 w 7665111"/>
              <a:gd name="connsiteY13" fmla="*/ 1800978 h 1880446"/>
              <a:gd name="connsiteX14" fmla="*/ 1252759 w 7665111"/>
              <a:gd name="connsiteY14" fmla="*/ 1803932 h 1880446"/>
              <a:gd name="connsiteX15" fmla="*/ 1000177 w 7665111"/>
              <a:gd name="connsiteY15" fmla="*/ 1803932 h 1880446"/>
              <a:gd name="connsiteX16" fmla="*/ 567722 w 7665111"/>
              <a:gd name="connsiteY16" fmla="*/ 1722026 h 1880446"/>
              <a:gd name="connsiteX17" fmla="*/ 257651 w 7665111"/>
              <a:gd name="connsiteY17" fmla="*/ 1508390 h 1880446"/>
              <a:gd name="connsiteX18" fmla="*/ 516201 w 7665111"/>
              <a:gd name="connsiteY18" fmla="*/ 1153571 h 1880446"/>
              <a:gd name="connsiteX19" fmla="*/ 516201 w 7665111"/>
              <a:gd name="connsiteY19" fmla="*/ 1000588 h 1880446"/>
              <a:gd name="connsiteX20" fmla="*/ 315245 w 7665111"/>
              <a:gd name="connsiteY20" fmla="*/ 120667 h 1880446"/>
              <a:gd name="connsiteX21" fmla="*/ 2458158 w 7665111"/>
              <a:gd name="connsiteY21" fmla="*/ 44175 h 1880446"/>
              <a:gd name="connsiteX22" fmla="*/ 4065449 w 7665111"/>
              <a:gd name="connsiteY22" fmla="*/ 44175 h 1880446"/>
              <a:gd name="connsiteX23" fmla="*/ 6342369 w 7665111"/>
              <a:gd name="connsiteY23" fmla="*/ 273693 h 1880446"/>
              <a:gd name="connsiteX24" fmla="*/ 7213209 w 7665111"/>
              <a:gd name="connsiteY24" fmla="*/ 311949 h 1880446"/>
              <a:gd name="connsiteX25" fmla="*/ 7298523 w 7665111"/>
              <a:gd name="connsiteY25" fmla="*/ 539193 h 1880446"/>
              <a:gd name="connsiteX26" fmla="*/ 5985132 w 7665111"/>
              <a:gd name="connsiteY26" fmla="*/ 504826 h 1880446"/>
              <a:gd name="connsiteX27" fmla="*/ 4417394 w 7665111"/>
              <a:gd name="connsiteY27" fmla="*/ 342448 h 1880446"/>
              <a:gd name="connsiteX28" fmla="*/ 4432612 w 7665111"/>
              <a:gd name="connsiteY28" fmla="*/ 347124 h 1880446"/>
              <a:gd name="connsiteX29" fmla="*/ 5985111 w 7665111"/>
              <a:gd name="connsiteY29" fmla="*/ 504826 h 1880446"/>
              <a:gd name="connsiteX30" fmla="*/ 7284708 w 7665111"/>
              <a:gd name="connsiteY30" fmla="*/ 612475 h 1880446"/>
              <a:gd name="connsiteX31" fmla="*/ 7280053 w 7665111"/>
              <a:gd name="connsiteY31" fmla="*/ 847540 h 1880446"/>
              <a:gd name="connsiteX32" fmla="*/ 7480903 w 7665111"/>
              <a:gd name="connsiteY32" fmla="*/ 847540 h 1880446"/>
              <a:gd name="connsiteX33" fmla="*/ 7548044 w 7665111"/>
              <a:gd name="connsiteY33" fmla="*/ 1497944 h 1880446"/>
              <a:gd name="connsiteX34" fmla="*/ 7432827 w 7665111"/>
              <a:gd name="connsiteY34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4101776 w 7665111"/>
              <a:gd name="connsiteY10" fmla="*/ 1618445 h 1880446"/>
              <a:gd name="connsiteX11" fmla="*/ 5832911 w 7665111"/>
              <a:gd name="connsiteY11" fmla="*/ 1800957 h 1880446"/>
              <a:gd name="connsiteX12" fmla="*/ 5833059 w 7665111"/>
              <a:gd name="connsiteY12" fmla="*/ 1800978 h 1880446"/>
              <a:gd name="connsiteX13" fmla="*/ 1252759 w 7665111"/>
              <a:gd name="connsiteY13" fmla="*/ 1803932 h 1880446"/>
              <a:gd name="connsiteX14" fmla="*/ 1000177 w 7665111"/>
              <a:gd name="connsiteY14" fmla="*/ 1803932 h 1880446"/>
              <a:gd name="connsiteX15" fmla="*/ 567722 w 7665111"/>
              <a:gd name="connsiteY15" fmla="*/ 1722026 h 1880446"/>
              <a:gd name="connsiteX16" fmla="*/ 257651 w 7665111"/>
              <a:gd name="connsiteY16" fmla="*/ 1508390 h 1880446"/>
              <a:gd name="connsiteX17" fmla="*/ 516201 w 7665111"/>
              <a:gd name="connsiteY17" fmla="*/ 1153571 h 1880446"/>
              <a:gd name="connsiteX18" fmla="*/ 516201 w 7665111"/>
              <a:gd name="connsiteY18" fmla="*/ 1000588 h 1880446"/>
              <a:gd name="connsiteX19" fmla="*/ 315245 w 7665111"/>
              <a:gd name="connsiteY19" fmla="*/ 120667 h 1880446"/>
              <a:gd name="connsiteX20" fmla="*/ 2458158 w 7665111"/>
              <a:gd name="connsiteY20" fmla="*/ 44175 h 1880446"/>
              <a:gd name="connsiteX21" fmla="*/ 4065449 w 7665111"/>
              <a:gd name="connsiteY21" fmla="*/ 44175 h 1880446"/>
              <a:gd name="connsiteX22" fmla="*/ 6342369 w 7665111"/>
              <a:gd name="connsiteY22" fmla="*/ 273693 h 1880446"/>
              <a:gd name="connsiteX23" fmla="*/ 7213209 w 7665111"/>
              <a:gd name="connsiteY23" fmla="*/ 311949 h 1880446"/>
              <a:gd name="connsiteX24" fmla="*/ 7298523 w 7665111"/>
              <a:gd name="connsiteY24" fmla="*/ 539193 h 1880446"/>
              <a:gd name="connsiteX25" fmla="*/ 5985132 w 7665111"/>
              <a:gd name="connsiteY25" fmla="*/ 504826 h 1880446"/>
              <a:gd name="connsiteX26" fmla="*/ 4417394 w 7665111"/>
              <a:gd name="connsiteY26" fmla="*/ 342448 h 1880446"/>
              <a:gd name="connsiteX27" fmla="*/ 4432612 w 7665111"/>
              <a:gd name="connsiteY27" fmla="*/ 347124 h 1880446"/>
              <a:gd name="connsiteX28" fmla="*/ 5985111 w 7665111"/>
              <a:gd name="connsiteY28" fmla="*/ 504826 h 1880446"/>
              <a:gd name="connsiteX29" fmla="*/ 7284708 w 7665111"/>
              <a:gd name="connsiteY29" fmla="*/ 612475 h 1880446"/>
              <a:gd name="connsiteX30" fmla="*/ 7280053 w 7665111"/>
              <a:gd name="connsiteY30" fmla="*/ 847540 h 1880446"/>
              <a:gd name="connsiteX31" fmla="*/ 7480903 w 7665111"/>
              <a:gd name="connsiteY31" fmla="*/ 847540 h 1880446"/>
              <a:gd name="connsiteX32" fmla="*/ 7548044 w 7665111"/>
              <a:gd name="connsiteY32" fmla="*/ 1497944 h 1880446"/>
              <a:gd name="connsiteX33" fmla="*/ 7432827 w 7665111"/>
              <a:gd name="connsiteY33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5832911 w 7665111"/>
              <a:gd name="connsiteY10" fmla="*/ 1800957 h 1880446"/>
              <a:gd name="connsiteX11" fmla="*/ 5833059 w 7665111"/>
              <a:gd name="connsiteY11" fmla="*/ 1800978 h 1880446"/>
              <a:gd name="connsiteX12" fmla="*/ 1252759 w 7665111"/>
              <a:gd name="connsiteY12" fmla="*/ 1803932 h 1880446"/>
              <a:gd name="connsiteX13" fmla="*/ 1000177 w 7665111"/>
              <a:gd name="connsiteY13" fmla="*/ 1803932 h 1880446"/>
              <a:gd name="connsiteX14" fmla="*/ 567722 w 7665111"/>
              <a:gd name="connsiteY14" fmla="*/ 1722026 h 1880446"/>
              <a:gd name="connsiteX15" fmla="*/ 257651 w 7665111"/>
              <a:gd name="connsiteY15" fmla="*/ 1508390 h 1880446"/>
              <a:gd name="connsiteX16" fmla="*/ 516201 w 7665111"/>
              <a:gd name="connsiteY16" fmla="*/ 1153571 h 1880446"/>
              <a:gd name="connsiteX17" fmla="*/ 516201 w 7665111"/>
              <a:gd name="connsiteY17" fmla="*/ 1000588 h 1880446"/>
              <a:gd name="connsiteX18" fmla="*/ 315245 w 7665111"/>
              <a:gd name="connsiteY18" fmla="*/ 120667 h 1880446"/>
              <a:gd name="connsiteX19" fmla="*/ 2458158 w 7665111"/>
              <a:gd name="connsiteY19" fmla="*/ 44175 h 1880446"/>
              <a:gd name="connsiteX20" fmla="*/ 4065449 w 7665111"/>
              <a:gd name="connsiteY20" fmla="*/ 44175 h 1880446"/>
              <a:gd name="connsiteX21" fmla="*/ 6342369 w 7665111"/>
              <a:gd name="connsiteY21" fmla="*/ 273693 h 1880446"/>
              <a:gd name="connsiteX22" fmla="*/ 7213209 w 7665111"/>
              <a:gd name="connsiteY22" fmla="*/ 311949 h 1880446"/>
              <a:gd name="connsiteX23" fmla="*/ 7298523 w 7665111"/>
              <a:gd name="connsiteY23" fmla="*/ 539193 h 1880446"/>
              <a:gd name="connsiteX24" fmla="*/ 5985132 w 7665111"/>
              <a:gd name="connsiteY24" fmla="*/ 504826 h 1880446"/>
              <a:gd name="connsiteX25" fmla="*/ 4417394 w 7665111"/>
              <a:gd name="connsiteY25" fmla="*/ 342448 h 1880446"/>
              <a:gd name="connsiteX26" fmla="*/ 4432612 w 7665111"/>
              <a:gd name="connsiteY26" fmla="*/ 347124 h 1880446"/>
              <a:gd name="connsiteX27" fmla="*/ 5985111 w 7665111"/>
              <a:gd name="connsiteY27" fmla="*/ 504826 h 1880446"/>
              <a:gd name="connsiteX28" fmla="*/ 7284708 w 7665111"/>
              <a:gd name="connsiteY28" fmla="*/ 612475 h 1880446"/>
              <a:gd name="connsiteX29" fmla="*/ 7280053 w 7665111"/>
              <a:gd name="connsiteY29" fmla="*/ 847540 h 1880446"/>
              <a:gd name="connsiteX30" fmla="*/ 7480903 w 7665111"/>
              <a:gd name="connsiteY30" fmla="*/ 847540 h 1880446"/>
              <a:gd name="connsiteX31" fmla="*/ 7548044 w 7665111"/>
              <a:gd name="connsiteY31" fmla="*/ 1497944 h 1880446"/>
              <a:gd name="connsiteX32" fmla="*/ 7432827 w 7665111"/>
              <a:gd name="connsiteY32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5833059 w 7665111"/>
              <a:gd name="connsiteY10" fmla="*/ 18009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4509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384121 w 7665111"/>
              <a:gd name="connsiteY15" fmla="*/ 12043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384121 w 7665111"/>
              <a:gd name="connsiteY15" fmla="*/ 12043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5885252 w 7676539"/>
              <a:gd name="connsiteY8" fmla="*/ 1802806 h 1880446"/>
              <a:gd name="connsiteX9" fmla="*/ 5844339 w 7676539"/>
              <a:gd name="connsiteY9" fmla="*/ 180095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5885252 w 7676539"/>
              <a:gd name="connsiteY8" fmla="*/ 1802806 h 1880446"/>
              <a:gd name="connsiteX9" fmla="*/ 5844339 w 7676539"/>
              <a:gd name="connsiteY9" fmla="*/ 180095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5885252 w 7676539"/>
              <a:gd name="connsiteY8" fmla="*/ 1802806 h 1880446"/>
              <a:gd name="connsiteX9" fmla="*/ 4955339 w 7676539"/>
              <a:gd name="connsiteY9" fmla="*/ 179587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6002092 w 7676539"/>
              <a:gd name="connsiteY8" fmla="*/ 1802806 h 1880446"/>
              <a:gd name="connsiteX9" fmla="*/ 4955339 w 7676539"/>
              <a:gd name="connsiteY9" fmla="*/ 179587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7343255 w 7676539"/>
              <a:gd name="connsiteY4" fmla="*/ 1717983 h 1880446"/>
              <a:gd name="connsiteX5" fmla="*/ 7343341 w 7676539"/>
              <a:gd name="connsiteY5" fmla="*/ 1718365 h 1880446"/>
              <a:gd name="connsiteX6" fmla="*/ 6956667 w 7676539"/>
              <a:gd name="connsiteY6" fmla="*/ 1880446 h 1880446"/>
              <a:gd name="connsiteX7" fmla="*/ 6002092 w 7676539"/>
              <a:gd name="connsiteY7" fmla="*/ 1802806 h 1880446"/>
              <a:gd name="connsiteX8" fmla="*/ 4955339 w 7676539"/>
              <a:gd name="connsiteY8" fmla="*/ 1795877 h 1880446"/>
              <a:gd name="connsiteX9" fmla="*/ 3680407 w 7676539"/>
              <a:gd name="connsiteY9" fmla="*/ 1775578 h 1880446"/>
              <a:gd name="connsiteX10" fmla="*/ 1264187 w 7676539"/>
              <a:gd name="connsiteY10" fmla="*/ 1803932 h 1880446"/>
              <a:gd name="connsiteX11" fmla="*/ 1011605 w 7676539"/>
              <a:gd name="connsiteY11" fmla="*/ 1803932 h 1880446"/>
              <a:gd name="connsiteX12" fmla="*/ 579150 w 7676539"/>
              <a:gd name="connsiteY12" fmla="*/ 1722026 h 1880446"/>
              <a:gd name="connsiteX13" fmla="*/ 269079 w 7676539"/>
              <a:gd name="connsiteY13" fmla="*/ 1508390 h 1880446"/>
              <a:gd name="connsiteX14" fmla="*/ 395549 w 7676539"/>
              <a:gd name="connsiteY14" fmla="*/ 1204371 h 1880446"/>
              <a:gd name="connsiteX15" fmla="*/ 497149 w 7676539"/>
              <a:gd name="connsiteY15" fmla="*/ 949788 h 1880446"/>
              <a:gd name="connsiteX16" fmla="*/ 326673 w 7676539"/>
              <a:gd name="connsiteY16" fmla="*/ 120667 h 1880446"/>
              <a:gd name="connsiteX17" fmla="*/ 2469586 w 7676539"/>
              <a:gd name="connsiteY17" fmla="*/ 44175 h 1880446"/>
              <a:gd name="connsiteX18" fmla="*/ 4076877 w 7676539"/>
              <a:gd name="connsiteY18" fmla="*/ 44175 h 1880446"/>
              <a:gd name="connsiteX19" fmla="*/ 6353797 w 7676539"/>
              <a:gd name="connsiteY19" fmla="*/ 273693 h 1880446"/>
              <a:gd name="connsiteX20" fmla="*/ 7224637 w 7676539"/>
              <a:gd name="connsiteY20" fmla="*/ 311949 h 1880446"/>
              <a:gd name="connsiteX21" fmla="*/ 7309951 w 7676539"/>
              <a:gd name="connsiteY21" fmla="*/ 539193 h 1880446"/>
              <a:gd name="connsiteX22" fmla="*/ 5996560 w 7676539"/>
              <a:gd name="connsiteY22" fmla="*/ 504826 h 1880446"/>
              <a:gd name="connsiteX23" fmla="*/ 4428822 w 7676539"/>
              <a:gd name="connsiteY23" fmla="*/ 342448 h 1880446"/>
              <a:gd name="connsiteX24" fmla="*/ 4444040 w 7676539"/>
              <a:gd name="connsiteY24" fmla="*/ 347124 h 1880446"/>
              <a:gd name="connsiteX25" fmla="*/ 5996539 w 7676539"/>
              <a:gd name="connsiteY25" fmla="*/ 504826 h 1880446"/>
              <a:gd name="connsiteX26" fmla="*/ 7296136 w 7676539"/>
              <a:gd name="connsiteY26" fmla="*/ 612475 h 1880446"/>
              <a:gd name="connsiteX27" fmla="*/ 7291481 w 7676539"/>
              <a:gd name="connsiteY27" fmla="*/ 847540 h 1880446"/>
              <a:gd name="connsiteX28" fmla="*/ 7492331 w 7676539"/>
              <a:gd name="connsiteY28" fmla="*/ 847540 h 1880446"/>
              <a:gd name="connsiteX29" fmla="*/ 7559472 w 7676539"/>
              <a:gd name="connsiteY29" fmla="*/ 1497944 h 1880446"/>
              <a:gd name="connsiteX30" fmla="*/ 7444255 w 7676539"/>
              <a:gd name="connsiteY30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4004146 w 7676539"/>
              <a:gd name="connsiteY2" fmla="*/ 1409337 h 1880446"/>
              <a:gd name="connsiteX3" fmla="*/ 7343255 w 7676539"/>
              <a:gd name="connsiteY3" fmla="*/ 1717983 h 1880446"/>
              <a:gd name="connsiteX4" fmla="*/ 7343341 w 7676539"/>
              <a:gd name="connsiteY4" fmla="*/ 1718365 h 1880446"/>
              <a:gd name="connsiteX5" fmla="*/ 6956667 w 7676539"/>
              <a:gd name="connsiteY5" fmla="*/ 1880446 h 1880446"/>
              <a:gd name="connsiteX6" fmla="*/ 6002092 w 7676539"/>
              <a:gd name="connsiteY6" fmla="*/ 1802806 h 1880446"/>
              <a:gd name="connsiteX7" fmla="*/ 4955339 w 7676539"/>
              <a:gd name="connsiteY7" fmla="*/ 1795877 h 1880446"/>
              <a:gd name="connsiteX8" fmla="*/ 3680407 w 7676539"/>
              <a:gd name="connsiteY8" fmla="*/ 1775578 h 1880446"/>
              <a:gd name="connsiteX9" fmla="*/ 1264187 w 7676539"/>
              <a:gd name="connsiteY9" fmla="*/ 1803932 h 1880446"/>
              <a:gd name="connsiteX10" fmla="*/ 1011605 w 7676539"/>
              <a:gd name="connsiteY10" fmla="*/ 1803932 h 1880446"/>
              <a:gd name="connsiteX11" fmla="*/ 579150 w 7676539"/>
              <a:gd name="connsiteY11" fmla="*/ 1722026 h 1880446"/>
              <a:gd name="connsiteX12" fmla="*/ 269079 w 7676539"/>
              <a:gd name="connsiteY12" fmla="*/ 1508390 h 1880446"/>
              <a:gd name="connsiteX13" fmla="*/ 395549 w 7676539"/>
              <a:gd name="connsiteY13" fmla="*/ 1204371 h 1880446"/>
              <a:gd name="connsiteX14" fmla="*/ 497149 w 7676539"/>
              <a:gd name="connsiteY14" fmla="*/ 949788 h 1880446"/>
              <a:gd name="connsiteX15" fmla="*/ 326673 w 7676539"/>
              <a:gd name="connsiteY15" fmla="*/ 120667 h 1880446"/>
              <a:gd name="connsiteX16" fmla="*/ 2469586 w 7676539"/>
              <a:gd name="connsiteY16" fmla="*/ 44175 h 1880446"/>
              <a:gd name="connsiteX17" fmla="*/ 4076877 w 7676539"/>
              <a:gd name="connsiteY17" fmla="*/ 44175 h 1880446"/>
              <a:gd name="connsiteX18" fmla="*/ 6353797 w 7676539"/>
              <a:gd name="connsiteY18" fmla="*/ 273693 h 1880446"/>
              <a:gd name="connsiteX19" fmla="*/ 7224637 w 7676539"/>
              <a:gd name="connsiteY19" fmla="*/ 311949 h 1880446"/>
              <a:gd name="connsiteX20" fmla="*/ 7309951 w 7676539"/>
              <a:gd name="connsiteY20" fmla="*/ 539193 h 1880446"/>
              <a:gd name="connsiteX21" fmla="*/ 5996560 w 7676539"/>
              <a:gd name="connsiteY21" fmla="*/ 504826 h 1880446"/>
              <a:gd name="connsiteX22" fmla="*/ 4428822 w 7676539"/>
              <a:gd name="connsiteY22" fmla="*/ 342448 h 1880446"/>
              <a:gd name="connsiteX23" fmla="*/ 4444040 w 7676539"/>
              <a:gd name="connsiteY23" fmla="*/ 347124 h 1880446"/>
              <a:gd name="connsiteX24" fmla="*/ 5996539 w 7676539"/>
              <a:gd name="connsiteY24" fmla="*/ 504826 h 1880446"/>
              <a:gd name="connsiteX25" fmla="*/ 7296136 w 7676539"/>
              <a:gd name="connsiteY25" fmla="*/ 612475 h 1880446"/>
              <a:gd name="connsiteX26" fmla="*/ 7291481 w 7676539"/>
              <a:gd name="connsiteY26" fmla="*/ 847540 h 1880446"/>
              <a:gd name="connsiteX27" fmla="*/ 7492331 w 7676539"/>
              <a:gd name="connsiteY27" fmla="*/ 847540 h 1880446"/>
              <a:gd name="connsiteX28" fmla="*/ 7559472 w 7676539"/>
              <a:gd name="connsiteY28" fmla="*/ 1497944 h 1880446"/>
              <a:gd name="connsiteX29" fmla="*/ 7444255 w 7676539"/>
              <a:gd name="connsiteY29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7382346 w 7676539"/>
              <a:gd name="connsiteY2" fmla="*/ 1673497 h 1880446"/>
              <a:gd name="connsiteX3" fmla="*/ 7343255 w 7676539"/>
              <a:gd name="connsiteY3" fmla="*/ 1717983 h 1880446"/>
              <a:gd name="connsiteX4" fmla="*/ 7343341 w 7676539"/>
              <a:gd name="connsiteY4" fmla="*/ 1718365 h 1880446"/>
              <a:gd name="connsiteX5" fmla="*/ 6956667 w 7676539"/>
              <a:gd name="connsiteY5" fmla="*/ 1880446 h 1880446"/>
              <a:gd name="connsiteX6" fmla="*/ 6002092 w 7676539"/>
              <a:gd name="connsiteY6" fmla="*/ 1802806 h 1880446"/>
              <a:gd name="connsiteX7" fmla="*/ 4955339 w 7676539"/>
              <a:gd name="connsiteY7" fmla="*/ 1795877 h 1880446"/>
              <a:gd name="connsiteX8" fmla="*/ 3680407 w 7676539"/>
              <a:gd name="connsiteY8" fmla="*/ 1775578 h 1880446"/>
              <a:gd name="connsiteX9" fmla="*/ 1264187 w 7676539"/>
              <a:gd name="connsiteY9" fmla="*/ 1803932 h 1880446"/>
              <a:gd name="connsiteX10" fmla="*/ 1011605 w 7676539"/>
              <a:gd name="connsiteY10" fmla="*/ 1803932 h 1880446"/>
              <a:gd name="connsiteX11" fmla="*/ 579150 w 7676539"/>
              <a:gd name="connsiteY11" fmla="*/ 1722026 h 1880446"/>
              <a:gd name="connsiteX12" fmla="*/ 269079 w 7676539"/>
              <a:gd name="connsiteY12" fmla="*/ 1508390 h 1880446"/>
              <a:gd name="connsiteX13" fmla="*/ 395549 w 7676539"/>
              <a:gd name="connsiteY13" fmla="*/ 1204371 h 1880446"/>
              <a:gd name="connsiteX14" fmla="*/ 497149 w 7676539"/>
              <a:gd name="connsiteY14" fmla="*/ 949788 h 1880446"/>
              <a:gd name="connsiteX15" fmla="*/ 326673 w 7676539"/>
              <a:gd name="connsiteY15" fmla="*/ 120667 h 1880446"/>
              <a:gd name="connsiteX16" fmla="*/ 2469586 w 7676539"/>
              <a:gd name="connsiteY16" fmla="*/ 44175 h 1880446"/>
              <a:gd name="connsiteX17" fmla="*/ 4076877 w 7676539"/>
              <a:gd name="connsiteY17" fmla="*/ 44175 h 1880446"/>
              <a:gd name="connsiteX18" fmla="*/ 6353797 w 7676539"/>
              <a:gd name="connsiteY18" fmla="*/ 273693 h 1880446"/>
              <a:gd name="connsiteX19" fmla="*/ 7224637 w 7676539"/>
              <a:gd name="connsiteY19" fmla="*/ 311949 h 1880446"/>
              <a:gd name="connsiteX20" fmla="*/ 7309951 w 7676539"/>
              <a:gd name="connsiteY20" fmla="*/ 539193 h 1880446"/>
              <a:gd name="connsiteX21" fmla="*/ 5996560 w 7676539"/>
              <a:gd name="connsiteY21" fmla="*/ 504826 h 1880446"/>
              <a:gd name="connsiteX22" fmla="*/ 4428822 w 7676539"/>
              <a:gd name="connsiteY22" fmla="*/ 342448 h 1880446"/>
              <a:gd name="connsiteX23" fmla="*/ 4444040 w 7676539"/>
              <a:gd name="connsiteY23" fmla="*/ 347124 h 1880446"/>
              <a:gd name="connsiteX24" fmla="*/ 5996539 w 7676539"/>
              <a:gd name="connsiteY24" fmla="*/ 504826 h 1880446"/>
              <a:gd name="connsiteX25" fmla="*/ 7296136 w 7676539"/>
              <a:gd name="connsiteY25" fmla="*/ 612475 h 1880446"/>
              <a:gd name="connsiteX26" fmla="*/ 7291481 w 7676539"/>
              <a:gd name="connsiteY26" fmla="*/ 847540 h 1880446"/>
              <a:gd name="connsiteX27" fmla="*/ 7492331 w 7676539"/>
              <a:gd name="connsiteY27" fmla="*/ 847540 h 1880446"/>
              <a:gd name="connsiteX28" fmla="*/ 7559472 w 7676539"/>
              <a:gd name="connsiteY28" fmla="*/ 1497944 h 1880446"/>
              <a:gd name="connsiteX29" fmla="*/ 7444255 w 7676539"/>
              <a:gd name="connsiteY29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7343255 w 7676539"/>
              <a:gd name="connsiteY2" fmla="*/ 1717983 h 1880446"/>
              <a:gd name="connsiteX3" fmla="*/ 7343341 w 7676539"/>
              <a:gd name="connsiteY3" fmla="*/ 1718365 h 1880446"/>
              <a:gd name="connsiteX4" fmla="*/ 6956667 w 7676539"/>
              <a:gd name="connsiteY4" fmla="*/ 1880446 h 1880446"/>
              <a:gd name="connsiteX5" fmla="*/ 6002092 w 7676539"/>
              <a:gd name="connsiteY5" fmla="*/ 1802806 h 1880446"/>
              <a:gd name="connsiteX6" fmla="*/ 4955339 w 7676539"/>
              <a:gd name="connsiteY6" fmla="*/ 1795877 h 1880446"/>
              <a:gd name="connsiteX7" fmla="*/ 3680407 w 7676539"/>
              <a:gd name="connsiteY7" fmla="*/ 1775578 h 1880446"/>
              <a:gd name="connsiteX8" fmla="*/ 1264187 w 7676539"/>
              <a:gd name="connsiteY8" fmla="*/ 1803932 h 1880446"/>
              <a:gd name="connsiteX9" fmla="*/ 1011605 w 7676539"/>
              <a:gd name="connsiteY9" fmla="*/ 1803932 h 1880446"/>
              <a:gd name="connsiteX10" fmla="*/ 579150 w 7676539"/>
              <a:gd name="connsiteY10" fmla="*/ 1722026 h 1880446"/>
              <a:gd name="connsiteX11" fmla="*/ 269079 w 7676539"/>
              <a:gd name="connsiteY11" fmla="*/ 1508390 h 1880446"/>
              <a:gd name="connsiteX12" fmla="*/ 395549 w 7676539"/>
              <a:gd name="connsiteY12" fmla="*/ 1204371 h 1880446"/>
              <a:gd name="connsiteX13" fmla="*/ 497149 w 7676539"/>
              <a:gd name="connsiteY13" fmla="*/ 949788 h 1880446"/>
              <a:gd name="connsiteX14" fmla="*/ 326673 w 7676539"/>
              <a:gd name="connsiteY14" fmla="*/ 120667 h 1880446"/>
              <a:gd name="connsiteX15" fmla="*/ 2469586 w 7676539"/>
              <a:gd name="connsiteY15" fmla="*/ 44175 h 1880446"/>
              <a:gd name="connsiteX16" fmla="*/ 4076877 w 7676539"/>
              <a:gd name="connsiteY16" fmla="*/ 44175 h 1880446"/>
              <a:gd name="connsiteX17" fmla="*/ 6353797 w 7676539"/>
              <a:gd name="connsiteY17" fmla="*/ 273693 h 1880446"/>
              <a:gd name="connsiteX18" fmla="*/ 7224637 w 7676539"/>
              <a:gd name="connsiteY18" fmla="*/ 311949 h 1880446"/>
              <a:gd name="connsiteX19" fmla="*/ 7309951 w 7676539"/>
              <a:gd name="connsiteY19" fmla="*/ 539193 h 1880446"/>
              <a:gd name="connsiteX20" fmla="*/ 5996560 w 7676539"/>
              <a:gd name="connsiteY20" fmla="*/ 504826 h 1880446"/>
              <a:gd name="connsiteX21" fmla="*/ 4428822 w 7676539"/>
              <a:gd name="connsiteY21" fmla="*/ 342448 h 1880446"/>
              <a:gd name="connsiteX22" fmla="*/ 4444040 w 7676539"/>
              <a:gd name="connsiteY22" fmla="*/ 347124 h 1880446"/>
              <a:gd name="connsiteX23" fmla="*/ 5996539 w 7676539"/>
              <a:gd name="connsiteY23" fmla="*/ 504826 h 1880446"/>
              <a:gd name="connsiteX24" fmla="*/ 7296136 w 7676539"/>
              <a:gd name="connsiteY24" fmla="*/ 612475 h 1880446"/>
              <a:gd name="connsiteX25" fmla="*/ 7291481 w 7676539"/>
              <a:gd name="connsiteY25" fmla="*/ 847540 h 1880446"/>
              <a:gd name="connsiteX26" fmla="*/ 7492331 w 7676539"/>
              <a:gd name="connsiteY26" fmla="*/ 847540 h 1880446"/>
              <a:gd name="connsiteX27" fmla="*/ 7559472 w 7676539"/>
              <a:gd name="connsiteY27" fmla="*/ 1497944 h 1880446"/>
              <a:gd name="connsiteX28" fmla="*/ 7444255 w 7676539"/>
              <a:gd name="connsiteY28" fmla="*/ 1624275 h 1880446"/>
              <a:gd name="connsiteX0" fmla="*/ 7444255 w 7676539"/>
              <a:gd name="connsiteY0" fmla="*/ 1624275 h 1880446"/>
              <a:gd name="connsiteX1" fmla="*/ 7343255 w 7676539"/>
              <a:gd name="connsiteY1" fmla="*/ 1717983 h 1880446"/>
              <a:gd name="connsiteX2" fmla="*/ 7343341 w 7676539"/>
              <a:gd name="connsiteY2" fmla="*/ 1718365 h 1880446"/>
              <a:gd name="connsiteX3" fmla="*/ 6956667 w 7676539"/>
              <a:gd name="connsiteY3" fmla="*/ 1880446 h 1880446"/>
              <a:gd name="connsiteX4" fmla="*/ 6002092 w 7676539"/>
              <a:gd name="connsiteY4" fmla="*/ 1802806 h 1880446"/>
              <a:gd name="connsiteX5" fmla="*/ 4955339 w 7676539"/>
              <a:gd name="connsiteY5" fmla="*/ 1795877 h 1880446"/>
              <a:gd name="connsiteX6" fmla="*/ 3680407 w 7676539"/>
              <a:gd name="connsiteY6" fmla="*/ 1775578 h 1880446"/>
              <a:gd name="connsiteX7" fmla="*/ 1264187 w 7676539"/>
              <a:gd name="connsiteY7" fmla="*/ 1803932 h 1880446"/>
              <a:gd name="connsiteX8" fmla="*/ 1011605 w 7676539"/>
              <a:gd name="connsiteY8" fmla="*/ 1803932 h 1880446"/>
              <a:gd name="connsiteX9" fmla="*/ 579150 w 7676539"/>
              <a:gd name="connsiteY9" fmla="*/ 1722026 h 1880446"/>
              <a:gd name="connsiteX10" fmla="*/ 269079 w 7676539"/>
              <a:gd name="connsiteY10" fmla="*/ 1508390 h 1880446"/>
              <a:gd name="connsiteX11" fmla="*/ 395549 w 7676539"/>
              <a:gd name="connsiteY11" fmla="*/ 1204371 h 1880446"/>
              <a:gd name="connsiteX12" fmla="*/ 497149 w 7676539"/>
              <a:gd name="connsiteY12" fmla="*/ 949788 h 1880446"/>
              <a:gd name="connsiteX13" fmla="*/ 326673 w 7676539"/>
              <a:gd name="connsiteY13" fmla="*/ 120667 h 1880446"/>
              <a:gd name="connsiteX14" fmla="*/ 2469586 w 7676539"/>
              <a:gd name="connsiteY14" fmla="*/ 44175 h 1880446"/>
              <a:gd name="connsiteX15" fmla="*/ 4076877 w 7676539"/>
              <a:gd name="connsiteY15" fmla="*/ 44175 h 1880446"/>
              <a:gd name="connsiteX16" fmla="*/ 6353797 w 7676539"/>
              <a:gd name="connsiteY16" fmla="*/ 273693 h 1880446"/>
              <a:gd name="connsiteX17" fmla="*/ 7224637 w 7676539"/>
              <a:gd name="connsiteY17" fmla="*/ 311949 h 1880446"/>
              <a:gd name="connsiteX18" fmla="*/ 7309951 w 7676539"/>
              <a:gd name="connsiteY18" fmla="*/ 539193 h 1880446"/>
              <a:gd name="connsiteX19" fmla="*/ 5996560 w 7676539"/>
              <a:gd name="connsiteY19" fmla="*/ 504826 h 1880446"/>
              <a:gd name="connsiteX20" fmla="*/ 4428822 w 7676539"/>
              <a:gd name="connsiteY20" fmla="*/ 342448 h 1880446"/>
              <a:gd name="connsiteX21" fmla="*/ 4444040 w 7676539"/>
              <a:gd name="connsiteY21" fmla="*/ 347124 h 1880446"/>
              <a:gd name="connsiteX22" fmla="*/ 5996539 w 7676539"/>
              <a:gd name="connsiteY22" fmla="*/ 504826 h 1880446"/>
              <a:gd name="connsiteX23" fmla="*/ 7296136 w 7676539"/>
              <a:gd name="connsiteY23" fmla="*/ 612475 h 1880446"/>
              <a:gd name="connsiteX24" fmla="*/ 7291481 w 7676539"/>
              <a:gd name="connsiteY24" fmla="*/ 847540 h 1880446"/>
              <a:gd name="connsiteX25" fmla="*/ 7492331 w 7676539"/>
              <a:gd name="connsiteY25" fmla="*/ 847540 h 1880446"/>
              <a:gd name="connsiteX26" fmla="*/ 7559472 w 7676539"/>
              <a:gd name="connsiteY26" fmla="*/ 1497944 h 1880446"/>
              <a:gd name="connsiteX27" fmla="*/ 7444255 w 7676539"/>
              <a:gd name="connsiteY27" fmla="*/ 1624275 h 1880446"/>
              <a:gd name="connsiteX0" fmla="*/ 7444255 w 7737112"/>
              <a:gd name="connsiteY0" fmla="*/ 1624275 h 1880446"/>
              <a:gd name="connsiteX1" fmla="*/ 7343255 w 7737112"/>
              <a:gd name="connsiteY1" fmla="*/ 1717983 h 1880446"/>
              <a:gd name="connsiteX2" fmla="*/ 7343341 w 7737112"/>
              <a:gd name="connsiteY2" fmla="*/ 1718365 h 1880446"/>
              <a:gd name="connsiteX3" fmla="*/ 6956667 w 7737112"/>
              <a:gd name="connsiteY3" fmla="*/ 1880446 h 1880446"/>
              <a:gd name="connsiteX4" fmla="*/ 6002092 w 7737112"/>
              <a:gd name="connsiteY4" fmla="*/ 1802806 h 1880446"/>
              <a:gd name="connsiteX5" fmla="*/ 4955339 w 7737112"/>
              <a:gd name="connsiteY5" fmla="*/ 1795877 h 1880446"/>
              <a:gd name="connsiteX6" fmla="*/ 3680407 w 7737112"/>
              <a:gd name="connsiteY6" fmla="*/ 1775578 h 1880446"/>
              <a:gd name="connsiteX7" fmla="*/ 1264187 w 7737112"/>
              <a:gd name="connsiteY7" fmla="*/ 1803932 h 1880446"/>
              <a:gd name="connsiteX8" fmla="*/ 1011605 w 7737112"/>
              <a:gd name="connsiteY8" fmla="*/ 1803932 h 1880446"/>
              <a:gd name="connsiteX9" fmla="*/ 579150 w 7737112"/>
              <a:gd name="connsiteY9" fmla="*/ 1722026 h 1880446"/>
              <a:gd name="connsiteX10" fmla="*/ 269079 w 7737112"/>
              <a:gd name="connsiteY10" fmla="*/ 1508390 h 1880446"/>
              <a:gd name="connsiteX11" fmla="*/ 395549 w 7737112"/>
              <a:gd name="connsiteY11" fmla="*/ 1204371 h 1880446"/>
              <a:gd name="connsiteX12" fmla="*/ 497149 w 7737112"/>
              <a:gd name="connsiteY12" fmla="*/ 949788 h 1880446"/>
              <a:gd name="connsiteX13" fmla="*/ 326673 w 7737112"/>
              <a:gd name="connsiteY13" fmla="*/ 120667 h 1880446"/>
              <a:gd name="connsiteX14" fmla="*/ 2469586 w 7737112"/>
              <a:gd name="connsiteY14" fmla="*/ 44175 h 1880446"/>
              <a:gd name="connsiteX15" fmla="*/ 4076877 w 7737112"/>
              <a:gd name="connsiteY15" fmla="*/ 44175 h 1880446"/>
              <a:gd name="connsiteX16" fmla="*/ 6353797 w 7737112"/>
              <a:gd name="connsiteY16" fmla="*/ 273693 h 1880446"/>
              <a:gd name="connsiteX17" fmla="*/ 7224637 w 7737112"/>
              <a:gd name="connsiteY17" fmla="*/ 311949 h 1880446"/>
              <a:gd name="connsiteX18" fmla="*/ 7309951 w 7737112"/>
              <a:gd name="connsiteY18" fmla="*/ 539193 h 1880446"/>
              <a:gd name="connsiteX19" fmla="*/ 5996560 w 7737112"/>
              <a:gd name="connsiteY19" fmla="*/ 504826 h 1880446"/>
              <a:gd name="connsiteX20" fmla="*/ 4428822 w 7737112"/>
              <a:gd name="connsiteY20" fmla="*/ 342448 h 1880446"/>
              <a:gd name="connsiteX21" fmla="*/ 4444040 w 7737112"/>
              <a:gd name="connsiteY21" fmla="*/ 347124 h 1880446"/>
              <a:gd name="connsiteX22" fmla="*/ 5996539 w 7737112"/>
              <a:gd name="connsiteY22" fmla="*/ 504826 h 1880446"/>
              <a:gd name="connsiteX23" fmla="*/ 7296136 w 7737112"/>
              <a:gd name="connsiteY23" fmla="*/ 612475 h 1880446"/>
              <a:gd name="connsiteX24" fmla="*/ 7291481 w 7737112"/>
              <a:gd name="connsiteY24" fmla="*/ 847540 h 1880446"/>
              <a:gd name="connsiteX25" fmla="*/ 7492331 w 7737112"/>
              <a:gd name="connsiteY25" fmla="*/ 847540 h 1880446"/>
              <a:gd name="connsiteX26" fmla="*/ 7661072 w 7737112"/>
              <a:gd name="connsiteY26" fmla="*/ 1330304 h 1880446"/>
              <a:gd name="connsiteX27" fmla="*/ 7444255 w 7737112"/>
              <a:gd name="connsiteY27" fmla="*/ 1624275 h 1880446"/>
              <a:gd name="connsiteX0" fmla="*/ 7661072 w 7737112"/>
              <a:gd name="connsiteY0" fmla="*/ 1330304 h 1880446"/>
              <a:gd name="connsiteX1" fmla="*/ 7343255 w 7737112"/>
              <a:gd name="connsiteY1" fmla="*/ 1717983 h 1880446"/>
              <a:gd name="connsiteX2" fmla="*/ 7343341 w 7737112"/>
              <a:gd name="connsiteY2" fmla="*/ 1718365 h 1880446"/>
              <a:gd name="connsiteX3" fmla="*/ 6956667 w 7737112"/>
              <a:gd name="connsiteY3" fmla="*/ 1880446 h 1880446"/>
              <a:gd name="connsiteX4" fmla="*/ 6002092 w 7737112"/>
              <a:gd name="connsiteY4" fmla="*/ 1802806 h 1880446"/>
              <a:gd name="connsiteX5" fmla="*/ 4955339 w 7737112"/>
              <a:gd name="connsiteY5" fmla="*/ 1795877 h 1880446"/>
              <a:gd name="connsiteX6" fmla="*/ 3680407 w 7737112"/>
              <a:gd name="connsiteY6" fmla="*/ 1775578 h 1880446"/>
              <a:gd name="connsiteX7" fmla="*/ 1264187 w 7737112"/>
              <a:gd name="connsiteY7" fmla="*/ 1803932 h 1880446"/>
              <a:gd name="connsiteX8" fmla="*/ 1011605 w 7737112"/>
              <a:gd name="connsiteY8" fmla="*/ 1803932 h 1880446"/>
              <a:gd name="connsiteX9" fmla="*/ 579150 w 7737112"/>
              <a:gd name="connsiteY9" fmla="*/ 1722026 h 1880446"/>
              <a:gd name="connsiteX10" fmla="*/ 269079 w 7737112"/>
              <a:gd name="connsiteY10" fmla="*/ 1508390 h 1880446"/>
              <a:gd name="connsiteX11" fmla="*/ 395549 w 7737112"/>
              <a:gd name="connsiteY11" fmla="*/ 1204371 h 1880446"/>
              <a:gd name="connsiteX12" fmla="*/ 497149 w 7737112"/>
              <a:gd name="connsiteY12" fmla="*/ 949788 h 1880446"/>
              <a:gd name="connsiteX13" fmla="*/ 326673 w 7737112"/>
              <a:gd name="connsiteY13" fmla="*/ 120667 h 1880446"/>
              <a:gd name="connsiteX14" fmla="*/ 2469586 w 7737112"/>
              <a:gd name="connsiteY14" fmla="*/ 44175 h 1880446"/>
              <a:gd name="connsiteX15" fmla="*/ 4076877 w 7737112"/>
              <a:gd name="connsiteY15" fmla="*/ 44175 h 1880446"/>
              <a:gd name="connsiteX16" fmla="*/ 6353797 w 7737112"/>
              <a:gd name="connsiteY16" fmla="*/ 273693 h 1880446"/>
              <a:gd name="connsiteX17" fmla="*/ 7224637 w 7737112"/>
              <a:gd name="connsiteY17" fmla="*/ 311949 h 1880446"/>
              <a:gd name="connsiteX18" fmla="*/ 7309951 w 7737112"/>
              <a:gd name="connsiteY18" fmla="*/ 539193 h 1880446"/>
              <a:gd name="connsiteX19" fmla="*/ 5996560 w 7737112"/>
              <a:gd name="connsiteY19" fmla="*/ 504826 h 1880446"/>
              <a:gd name="connsiteX20" fmla="*/ 4428822 w 7737112"/>
              <a:gd name="connsiteY20" fmla="*/ 342448 h 1880446"/>
              <a:gd name="connsiteX21" fmla="*/ 4444040 w 7737112"/>
              <a:gd name="connsiteY21" fmla="*/ 347124 h 1880446"/>
              <a:gd name="connsiteX22" fmla="*/ 5996539 w 7737112"/>
              <a:gd name="connsiteY22" fmla="*/ 504826 h 1880446"/>
              <a:gd name="connsiteX23" fmla="*/ 7296136 w 7737112"/>
              <a:gd name="connsiteY23" fmla="*/ 612475 h 1880446"/>
              <a:gd name="connsiteX24" fmla="*/ 7291481 w 7737112"/>
              <a:gd name="connsiteY24" fmla="*/ 847540 h 1880446"/>
              <a:gd name="connsiteX25" fmla="*/ 7492331 w 7737112"/>
              <a:gd name="connsiteY25" fmla="*/ 847540 h 1880446"/>
              <a:gd name="connsiteX26" fmla="*/ 7661072 w 7737112"/>
              <a:gd name="connsiteY26" fmla="*/ 1330304 h 1880446"/>
              <a:gd name="connsiteX0" fmla="*/ 7661072 w 7737112"/>
              <a:gd name="connsiteY0" fmla="*/ 1345544 h 1880446"/>
              <a:gd name="connsiteX1" fmla="*/ 7343255 w 7737112"/>
              <a:gd name="connsiteY1" fmla="*/ 1717983 h 1880446"/>
              <a:gd name="connsiteX2" fmla="*/ 7343341 w 7737112"/>
              <a:gd name="connsiteY2" fmla="*/ 1718365 h 1880446"/>
              <a:gd name="connsiteX3" fmla="*/ 6956667 w 7737112"/>
              <a:gd name="connsiteY3" fmla="*/ 1880446 h 1880446"/>
              <a:gd name="connsiteX4" fmla="*/ 6002092 w 7737112"/>
              <a:gd name="connsiteY4" fmla="*/ 1802806 h 1880446"/>
              <a:gd name="connsiteX5" fmla="*/ 4955339 w 7737112"/>
              <a:gd name="connsiteY5" fmla="*/ 1795877 h 1880446"/>
              <a:gd name="connsiteX6" fmla="*/ 3680407 w 7737112"/>
              <a:gd name="connsiteY6" fmla="*/ 1775578 h 1880446"/>
              <a:gd name="connsiteX7" fmla="*/ 1264187 w 7737112"/>
              <a:gd name="connsiteY7" fmla="*/ 1803932 h 1880446"/>
              <a:gd name="connsiteX8" fmla="*/ 1011605 w 7737112"/>
              <a:gd name="connsiteY8" fmla="*/ 1803932 h 1880446"/>
              <a:gd name="connsiteX9" fmla="*/ 579150 w 7737112"/>
              <a:gd name="connsiteY9" fmla="*/ 1722026 h 1880446"/>
              <a:gd name="connsiteX10" fmla="*/ 269079 w 7737112"/>
              <a:gd name="connsiteY10" fmla="*/ 1508390 h 1880446"/>
              <a:gd name="connsiteX11" fmla="*/ 395549 w 7737112"/>
              <a:gd name="connsiteY11" fmla="*/ 1204371 h 1880446"/>
              <a:gd name="connsiteX12" fmla="*/ 497149 w 7737112"/>
              <a:gd name="connsiteY12" fmla="*/ 949788 h 1880446"/>
              <a:gd name="connsiteX13" fmla="*/ 326673 w 7737112"/>
              <a:gd name="connsiteY13" fmla="*/ 120667 h 1880446"/>
              <a:gd name="connsiteX14" fmla="*/ 2469586 w 7737112"/>
              <a:gd name="connsiteY14" fmla="*/ 44175 h 1880446"/>
              <a:gd name="connsiteX15" fmla="*/ 4076877 w 7737112"/>
              <a:gd name="connsiteY15" fmla="*/ 44175 h 1880446"/>
              <a:gd name="connsiteX16" fmla="*/ 6353797 w 7737112"/>
              <a:gd name="connsiteY16" fmla="*/ 273693 h 1880446"/>
              <a:gd name="connsiteX17" fmla="*/ 7224637 w 7737112"/>
              <a:gd name="connsiteY17" fmla="*/ 311949 h 1880446"/>
              <a:gd name="connsiteX18" fmla="*/ 7309951 w 7737112"/>
              <a:gd name="connsiteY18" fmla="*/ 539193 h 1880446"/>
              <a:gd name="connsiteX19" fmla="*/ 5996560 w 7737112"/>
              <a:gd name="connsiteY19" fmla="*/ 504826 h 1880446"/>
              <a:gd name="connsiteX20" fmla="*/ 4428822 w 7737112"/>
              <a:gd name="connsiteY20" fmla="*/ 342448 h 1880446"/>
              <a:gd name="connsiteX21" fmla="*/ 4444040 w 7737112"/>
              <a:gd name="connsiteY21" fmla="*/ 347124 h 1880446"/>
              <a:gd name="connsiteX22" fmla="*/ 5996539 w 7737112"/>
              <a:gd name="connsiteY22" fmla="*/ 504826 h 1880446"/>
              <a:gd name="connsiteX23" fmla="*/ 7296136 w 7737112"/>
              <a:gd name="connsiteY23" fmla="*/ 612475 h 1880446"/>
              <a:gd name="connsiteX24" fmla="*/ 7291481 w 7737112"/>
              <a:gd name="connsiteY24" fmla="*/ 847540 h 1880446"/>
              <a:gd name="connsiteX25" fmla="*/ 7492331 w 7737112"/>
              <a:gd name="connsiteY25" fmla="*/ 847540 h 1880446"/>
              <a:gd name="connsiteX26" fmla="*/ 7661072 w 7737112"/>
              <a:gd name="connsiteY26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4428822 w 7717029"/>
              <a:gd name="connsiteY20" fmla="*/ 342448 h 1880446"/>
              <a:gd name="connsiteX21" fmla="*/ 4444040 w 7717029"/>
              <a:gd name="connsiteY21" fmla="*/ 347124 h 1880446"/>
              <a:gd name="connsiteX22" fmla="*/ 5996539 w 7717029"/>
              <a:gd name="connsiteY22" fmla="*/ 504826 h 1880446"/>
              <a:gd name="connsiteX23" fmla="*/ 7296136 w 7717029"/>
              <a:gd name="connsiteY23" fmla="*/ 612475 h 1880446"/>
              <a:gd name="connsiteX24" fmla="*/ 7291481 w 7717029"/>
              <a:gd name="connsiteY24" fmla="*/ 847540 h 1880446"/>
              <a:gd name="connsiteX25" fmla="*/ 7492331 w 7717029"/>
              <a:gd name="connsiteY25" fmla="*/ 847540 h 1880446"/>
              <a:gd name="connsiteX26" fmla="*/ 7661072 w 7717029"/>
              <a:gd name="connsiteY26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4428822 w 7717029"/>
              <a:gd name="connsiteY20" fmla="*/ 342448 h 1880446"/>
              <a:gd name="connsiteX21" fmla="*/ 4444040 w 7717029"/>
              <a:gd name="connsiteY21" fmla="*/ 347124 h 1880446"/>
              <a:gd name="connsiteX22" fmla="*/ 5996539 w 7717029"/>
              <a:gd name="connsiteY22" fmla="*/ 504826 h 1880446"/>
              <a:gd name="connsiteX23" fmla="*/ 7296136 w 7717029"/>
              <a:gd name="connsiteY23" fmla="*/ 612475 h 1880446"/>
              <a:gd name="connsiteX24" fmla="*/ 7291481 w 7717029"/>
              <a:gd name="connsiteY24" fmla="*/ 847540 h 1880446"/>
              <a:gd name="connsiteX25" fmla="*/ 7492331 w 7717029"/>
              <a:gd name="connsiteY25" fmla="*/ 847540 h 1880446"/>
              <a:gd name="connsiteX26" fmla="*/ 7661072 w 7717029"/>
              <a:gd name="connsiteY26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4428822 w 7717029"/>
              <a:gd name="connsiteY20" fmla="*/ 342448 h 1880446"/>
              <a:gd name="connsiteX21" fmla="*/ 5996539 w 7717029"/>
              <a:gd name="connsiteY21" fmla="*/ 504826 h 1880446"/>
              <a:gd name="connsiteX22" fmla="*/ 7296136 w 7717029"/>
              <a:gd name="connsiteY22" fmla="*/ 612475 h 1880446"/>
              <a:gd name="connsiteX23" fmla="*/ 7291481 w 7717029"/>
              <a:gd name="connsiteY23" fmla="*/ 847540 h 1880446"/>
              <a:gd name="connsiteX24" fmla="*/ 7492331 w 7717029"/>
              <a:gd name="connsiteY24" fmla="*/ 847540 h 1880446"/>
              <a:gd name="connsiteX25" fmla="*/ 7661072 w 7717029"/>
              <a:gd name="connsiteY25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5996539 w 7717029"/>
              <a:gd name="connsiteY20" fmla="*/ 504826 h 1880446"/>
              <a:gd name="connsiteX21" fmla="*/ 7296136 w 7717029"/>
              <a:gd name="connsiteY21" fmla="*/ 612475 h 1880446"/>
              <a:gd name="connsiteX22" fmla="*/ 7291481 w 7717029"/>
              <a:gd name="connsiteY22" fmla="*/ 847540 h 1880446"/>
              <a:gd name="connsiteX23" fmla="*/ 7492331 w 7717029"/>
              <a:gd name="connsiteY23" fmla="*/ 847540 h 1880446"/>
              <a:gd name="connsiteX24" fmla="*/ 7661072 w 7717029"/>
              <a:gd name="connsiteY24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7296136 w 7717029"/>
              <a:gd name="connsiteY20" fmla="*/ 612475 h 1880446"/>
              <a:gd name="connsiteX21" fmla="*/ 7291481 w 7717029"/>
              <a:gd name="connsiteY21" fmla="*/ 847540 h 1880446"/>
              <a:gd name="connsiteX22" fmla="*/ 7492331 w 7717029"/>
              <a:gd name="connsiteY22" fmla="*/ 847540 h 1880446"/>
              <a:gd name="connsiteX23" fmla="*/ 7661072 w 7717029"/>
              <a:gd name="connsiteY23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7296136 w 7717029"/>
              <a:gd name="connsiteY19" fmla="*/ 612475 h 1880446"/>
              <a:gd name="connsiteX20" fmla="*/ 7291481 w 7717029"/>
              <a:gd name="connsiteY20" fmla="*/ 847540 h 1880446"/>
              <a:gd name="connsiteX21" fmla="*/ 7492331 w 7717029"/>
              <a:gd name="connsiteY21" fmla="*/ 847540 h 1880446"/>
              <a:gd name="connsiteX22" fmla="*/ 7661072 w 7717029"/>
              <a:gd name="connsiteY22" fmla="*/ 1345544 h 1880446"/>
              <a:gd name="connsiteX0" fmla="*/ 7661072 w 7753435"/>
              <a:gd name="connsiteY0" fmla="*/ 1345544 h 1880446"/>
              <a:gd name="connsiteX1" fmla="*/ 7343255 w 7753435"/>
              <a:gd name="connsiteY1" fmla="*/ 1717983 h 1880446"/>
              <a:gd name="connsiteX2" fmla="*/ 7343341 w 7753435"/>
              <a:gd name="connsiteY2" fmla="*/ 1718365 h 1880446"/>
              <a:gd name="connsiteX3" fmla="*/ 6956667 w 7753435"/>
              <a:gd name="connsiteY3" fmla="*/ 1880446 h 1880446"/>
              <a:gd name="connsiteX4" fmla="*/ 6002092 w 7753435"/>
              <a:gd name="connsiteY4" fmla="*/ 1802806 h 1880446"/>
              <a:gd name="connsiteX5" fmla="*/ 4955339 w 7753435"/>
              <a:gd name="connsiteY5" fmla="*/ 1795877 h 1880446"/>
              <a:gd name="connsiteX6" fmla="*/ 3680407 w 7753435"/>
              <a:gd name="connsiteY6" fmla="*/ 1775578 h 1880446"/>
              <a:gd name="connsiteX7" fmla="*/ 1264187 w 7753435"/>
              <a:gd name="connsiteY7" fmla="*/ 1803932 h 1880446"/>
              <a:gd name="connsiteX8" fmla="*/ 1011605 w 7753435"/>
              <a:gd name="connsiteY8" fmla="*/ 1803932 h 1880446"/>
              <a:gd name="connsiteX9" fmla="*/ 579150 w 7753435"/>
              <a:gd name="connsiteY9" fmla="*/ 1722026 h 1880446"/>
              <a:gd name="connsiteX10" fmla="*/ 269079 w 7753435"/>
              <a:gd name="connsiteY10" fmla="*/ 1508390 h 1880446"/>
              <a:gd name="connsiteX11" fmla="*/ 395549 w 7753435"/>
              <a:gd name="connsiteY11" fmla="*/ 1204371 h 1880446"/>
              <a:gd name="connsiteX12" fmla="*/ 497149 w 7753435"/>
              <a:gd name="connsiteY12" fmla="*/ 949788 h 1880446"/>
              <a:gd name="connsiteX13" fmla="*/ 326673 w 7753435"/>
              <a:gd name="connsiteY13" fmla="*/ 120667 h 1880446"/>
              <a:gd name="connsiteX14" fmla="*/ 2469586 w 7753435"/>
              <a:gd name="connsiteY14" fmla="*/ 44175 h 1880446"/>
              <a:gd name="connsiteX15" fmla="*/ 4076877 w 7753435"/>
              <a:gd name="connsiteY15" fmla="*/ 44175 h 1880446"/>
              <a:gd name="connsiteX16" fmla="*/ 6353797 w 7753435"/>
              <a:gd name="connsiteY16" fmla="*/ 273693 h 1880446"/>
              <a:gd name="connsiteX17" fmla="*/ 7224637 w 7753435"/>
              <a:gd name="connsiteY17" fmla="*/ 311949 h 1880446"/>
              <a:gd name="connsiteX18" fmla="*/ 7309951 w 7753435"/>
              <a:gd name="connsiteY18" fmla="*/ 539193 h 1880446"/>
              <a:gd name="connsiteX19" fmla="*/ 7296136 w 7753435"/>
              <a:gd name="connsiteY19" fmla="*/ 612475 h 1880446"/>
              <a:gd name="connsiteX20" fmla="*/ 7291481 w 7753435"/>
              <a:gd name="connsiteY20" fmla="*/ 847540 h 1880446"/>
              <a:gd name="connsiteX21" fmla="*/ 7578691 w 7753435"/>
              <a:gd name="connsiteY21" fmla="*/ 883100 h 1880446"/>
              <a:gd name="connsiteX22" fmla="*/ 7661072 w 7753435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224637 w 7732944"/>
              <a:gd name="connsiteY17" fmla="*/ 311949 h 1880446"/>
              <a:gd name="connsiteX18" fmla="*/ 7309951 w 7732944"/>
              <a:gd name="connsiteY18" fmla="*/ 53919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309951 w 7732944"/>
              <a:gd name="connsiteY18" fmla="*/ 53919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326616 w 7732944"/>
              <a:gd name="connsiteY19" fmla="*/ 64803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326616 w 7732944"/>
              <a:gd name="connsiteY19" fmla="*/ 648035 h 1880446"/>
              <a:gd name="connsiteX20" fmla="*/ 7362601 w 7732944"/>
              <a:gd name="connsiteY20" fmla="*/ 87802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26418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26418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26418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547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4084"/>
              <a:gd name="connsiteX1" fmla="*/ 7343255 w 7758943"/>
              <a:gd name="connsiteY1" fmla="*/ 1717983 h 1884084"/>
              <a:gd name="connsiteX2" fmla="*/ 7343341 w 7758943"/>
              <a:gd name="connsiteY2" fmla="*/ 1718365 h 1884084"/>
              <a:gd name="connsiteX3" fmla="*/ 6956667 w 7758943"/>
              <a:gd name="connsiteY3" fmla="*/ 1880446 h 1884084"/>
              <a:gd name="connsiteX4" fmla="*/ 6002092 w 7758943"/>
              <a:gd name="connsiteY4" fmla="*/ 1802806 h 1884084"/>
              <a:gd name="connsiteX5" fmla="*/ 4955339 w 7758943"/>
              <a:gd name="connsiteY5" fmla="*/ 1795877 h 1884084"/>
              <a:gd name="connsiteX6" fmla="*/ 3680407 w 7758943"/>
              <a:gd name="connsiteY6" fmla="*/ 1775578 h 1884084"/>
              <a:gd name="connsiteX7" fmla="*/ 1889027 w 7758943"/>
              <a:gd name="connsiteY7" fmla="*/ 1854732 h 1884084"/>
              <a:gd name="connsiteX8" fmla="*/ 1011605 w 7758943"/>
              <a:gd name="connsiteY8" fmla="*/ 1803932 h 1884084"/>
              <a:gd name="connsiteX9" fmla="*/ 579150 w 7758943"/>
              <a:gd name="connsiteY9" fmla="*/ 1722026 h 1884084"/>
              <a:gd name="connsiteX10" fmla="*/ 269079 w 7758943"/>
              <a:gd name="connsiteY10" fmla="*/ 1508390 h 1884084"/>
              <a:gd name="connsiteX11" fmla="*/ 395549 w 7758943"/>
              <a:gd name="connsiteY11" fmla="*/ 1204371 h 1884084"/>
              <a:gd name="connsiteX12" fmla="*/ 497149 w 7758943"/>
              <a:gd name="connsiteY12" fmla="*/ 949788 h 1884084"/>
              <a:gd name="connsiteX13" fmla="*/ 326673 w 7758943"/>
              <a:gd name="connsiteY13" fmla="*/ 120667 h 1884084"/>
              <a:gd name="connsiteX14" fmla="*/ 2469586 w 7758943"/>
              <a:gd name="connsiteY14" fmla="*/ 44175 h 1884084"/>
              <a:gd name="connsiteX15" fmla="*/ 4076877 w 7758943"/>
              <a:gd name="connsiteY15" fmla="*/ 44175 h 1884084"/>
              <a:gd name="connsiteX16" fmla="*/ 6353797 w 7758943"/>
              <a:gd name="connsiteY16" fmla="*/ 273693 h 1884084"/>
              <a:gd name="connsiteX17" fmla="*/ 7107797 w 7758943"/>
              <a:gd name="connsiteY17" fmla="*/ 286549 h 1884084"/>
              <a:gd name="connsiteX18" fmla="*/ 7462351 w 7758943"/>
              <a:gd name="connsiteY18" fmla="*/ 452833 h 1884084"/>
              <a:gd name="connsiteX19" fmla="*/ 7326616 w 7758943"/>
              <a:gd name="connsiteY19" fmla="*/ 648035 h 1884084"/>
              <a:gd name="connsiteX20" fmla="*/ 7362601 w 7758943"/>
              <a:gd name="connsiteY20" fmla="*/ 878020 h 1884084"/>
              <a:gd name="connsiteX21" fmla="*/ 7629491 w 7758943"/>
              <a:gd name="connsiteY21" fmla="*/ 888180 h 1884084"/>
              <a:gd name="connsiteX22" fmla="*/ 7661072 w 7758943"/>
              <a:gd name="connsiteY22" fmla="*/ 1345544 h 1884084"/>
              <a:gd name="connsiteX0" fmla="*/ 7661072 w 7758943"/>
              <a:gd name="connsiteY0" fmla="*/ 1345544 h 1909931"/>
              <a:gd name="connsiteX1" fmla="*/ 7343255 w 7758943"/>
              <a:gd name="connsiteY1" fmla="*/ 1717983 h 1909931"/>
              <a:gd name="connsiteX2" fmla="*/ 7343341 w 7758943"/>
              <a:gd name="connsiteY2" fmla="*/ 1718365 h 1909931"/>
              <a:gd name="connsiteX3" fmla="*/ 6956667 w 7758943"/>
              <a:gd name="connsiteY3" fmla="*/ 1880446 h 1909931"/>
              <a:gd name="connsiteX4" fmla="*/ 6002092 w 7758943"/>
              <a:gd name="connsiteY4" fmla="*/ 1802806 h 1909931"/>
              <a:gd name="connsiteX5" fmla="*/ 4955339 w 7758943"/>
              <a:gd name="connsiteY5" fmla="*/ 1795877 h 1909931"/>
              <a:gd name="connsiteX6" fmla="*/ 3680407 w 7758943"/>
              <a:gd name="connsiteY6" fmla="*/ 1775578 h 1909931"/>
              <a:gd name="connsiteX7" fmla="*/ 1889027 w 7758943"/>
              <a:gd name="connsiteY7" fmla="*/ 1854732 h 1909931"/>
              <a:gd name="connsiteX8" fmla="*/ 1011605 w 7758943"/>
              <a:gd name="connsiteY8" fmla="*/ 1803932 h 1909931"/>
              <a:gd name="connsiteX9" fmla="*/ 579150 w 7758943"/>
              <a:gd name="connsiteY9" fmla="*/ 1722026 h 1909931"/>
              <a:gd name="connsiteX10" fmla="*/ 269079 w 7758943"/>
              <a:gd name="connsiteY10" fmla="*/ 1508390 h 1909931"/>
              <a:gd name="connsiteX11" fmla="*/ 395549 w 7758943"/>
              <a:gd name="connsiteY11" fmla="*/ 1204371 h 1909931"/>
              <a:gd name="connsiteX12" fmla="*/ 497149 w 7758943"/>
              <a:gd name="connsiteY12" fmla="*/ 949788 h 1909931"/>
              <a:gd name="connsiteX13" fmla="*/ 326673 w 7758943"/>
              <a:gd name="connsiteY13" fmla="*/ 120667 h 1909931"/>
              <a:gd name="connsiteX14" fmla="*/ 2469586 w 7758943"/>
              <a:gd name="connsiteY14" fmla="*/ 44175 h 1909931"/>
              <a:gd name="connsiteX15" fmla="*/ 4076877 w 7758943"/>
              <a:gd name="connsiteY15" fmla="*/ 44175 h 1909931"/>
              <a:gd name="connsiteX16" fmla="*/ 6353797 w 7758943"/>
              <a:gd name="connsiteY16" fmla="*/ 273693 h 1909931"/>
              <a:gd name="connsiteX17" fmla="*/ 7107797 w 7758943"/>
              <a:gd name="connsiteY17" fmla="*/ 286549 h 1909931"/>
              <a:gd name="connsiteX18" fmla="*/ 7462351 w 7758943"/>
              <a:gd name="connsiteY18" fmla="*/ 452833 h 1909931"/>
              <a:gd name="connsiteX19" fmla="*/ 7326616 w 7758943"/>
              <a:gd name="connsiteY19" fmla="*/ 648035 h 1909931"/>
              <a:gd name="connsiteX20" fmla="*/ 7362601 w 7758943"/>
              <a:gd name="connsiteY20" fmla="*/ 878020 h 1909931"/>
              <a:gd name="connsiteX21" fmla="*/ 7629491 w 7758943"/>
              <a:gd name="connsiteY21" fmla="*/ 888180 h 1909931"/>
              <a:gd name="connsiteX22" fmla="*/ 7661072 w 7758943"/>
              <a:gd name="connsiteY22" fmla="*/ 1345544 h 1909931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54732 h 1880446"/>
              <a:gd name="connsiteX8" fmla="*/ 1097965 w 7758943"/>
              <a:gd name="connsiteY8" fmla="*/ 174297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54732 h 1880446"/>
              <a:gd name="connsiteX8" fmla="*/ 1097965 w 7758943"/>
              <a:gd name="connsiteY8" fmla="*/ 174297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90509"/>
              <a:gd name="connsiteX1" fmla="*/ 7343255 w 7758943"/>
              <a:gd name="connsiteY1" fmla="*/ 1717983 h 1890509"/>
              <a:gd name="connsiteX2" fmla="*/ 7343341 w 7758943"/>
              <a:gd name="connsiteY2" fmla="*/ 1718365 h 1890509"/>
              <a:gd name="connsiteX3" fmla="*/ 6956667 w 7758943"/>
              <a:gd name="connsiteY3" fmla="*/ 1880446 h 1890509"/>
              <a:gd name="connsiteX4" fmla="*/ 6002092 w 7758943"/>
              <a:gd name="connsiteY4" fmla="*/ 1802806 h 1890509"/>
              <a:gd name="connsiteX5" fmla="*/ 4955339 w 7758943"/>
              <a:gd name="connsiteY5" fmla="*/ 1795877 h 1890509"/>
              <a:gd name="connsiteX6" fmla="*/ 3680407 w 7758943"/>
              <a:gd name="connsiteY6" fmla="*/ 1775578 h 1890509"/>
              <a:gd name="connsiteX7" fmla="*/ 1889027 w 7758943"/>
              <a:gd name="connsiteY7" fmla="*/ 1854732 h 1890509"/>
              <a:gd name="connsiteX8" fmla="*/ 1097965 w 7758943"/>
              <a:gd name="connsiteY8" fmla="*/ 1742972 h 1890509"/>
              <a:gd name="connsiteX9" fmla="*/ 579150 w 7758943"/>
              <a:gd name="connsiteY9" fmla="*/ 1722026 h 1890509"/>
              <a:gd name="connsiteX10" fmla="*/ 269079 w 7758943"/>
              <a:gd name="connsiteY10" fmla="*/ 1508390 h 1890509"/>
              <a:gd name="connsiteX11" fmla="*/ 395549 w 7758943"/>
              <a:gd name="connsiteY11" fmla="*/ 1204371 h 1890509"/>
              <a:gd name="connsiteX12" fmla="*/ 497149 w 7758943"/>
              <a:gd name="connsiteY12" fmla="*/ 949788 h 1890509"/>
              <a:gd name="connsiteX13" fmla="*/ 326673 w 7758943"/>
              <a:gd name="connsiteY13" fmla="*/ 120667 h 1890509"/>
              <a:gd name="connsiteX14" fmla="*/ 2469586 w 7758943"/>
              <a:gd name="connsiteY14" fmla="*/ 44175 h 1890509"/>
              <a:gd name="connsiteX15" fmla="*/ 4076877 w 7758943"/>
              <a:gd name="connsiteY15" fmla="*/ 44175 h 1890509"/>
              <a:gd name="connsiteX16" fmla="*/ 6353797 w 7758943"/>
              <a:gd name="connsiteY16" fmla="*/ 273693 h 1890509"/>
              <a:gd name="connsiteX17" fmla="*/ 7107797 w 7758943"/>
              <a:gd name="connsiteY17" fmla="*/ 286549 h 1890509"/>
              <a:gd name="connsiteX18" fmla="*/ 7462351 w 7758943"/>
              <a:gd name="connsiteY18" fmla="*/ 452833 h 1890509"/>
              <a:gd name="connsiteX19" fmla="*/ 7326616 w 7758943"/>
              <a:gd name="connsiteY19" fmla="*/ 648035 h 1890509"/>
              <a:gd name="connsiteX20" fmla="*/ 7362601 w 7758943"/>
              <a:gd name="connsiteY20" fmla="*/ 878020 h 1890509"/>
              <a:gd name="connsiteX21" fmla="*/ 7629491 w 7758943"/>
              <a:gd name="connsiteY21" fmla="*/ 888180 h 1890509"/>
              <a:gd name="connsiteX22" fmla="*/ 7661072 w 7758943"/>
              <a:gd name="connsiteY22" fmla="*/ 1345544 h 1890509"/>
              <a:gd name="connsiteX0" fmla="*/ 7661072 w 7758943"/>
              <a:gd name="connsiteY0" fmla="*/ 1345544 h 1925503"/>
              <a:gd name="connsiteX1" fmla="*/ 7343255 w 7758943"/>
              <a:gd name="connsiteY1" fmla="*/ 1717983 h 1925503"/>
              <a:gd name="connsiteX2" fmla="*/ 7343341 w 7758943"/>
              <a:gd name="connsiteY2" fmla="*/ 1718365 h 1925503"/>
              <a:gd name="connsiteX3" fmla="*/ 6956667 w 7758943"/>
              <a:gd name="connsiteY3" fmla="*/ 1880446 h 1925503"/>
              <a:gd name="connsiteX4" fmla="*/ 6002092 w 7758943"/>
              <a:gd name="connsiteY4" fmla="*/ 1802806 h 1925503"/>
              <a:gd name="connsiteX5" fmla="*/ 4955339 w 7758943"/>
              <a:gd name="connsiteY5" fmla="*/ 1795877 h 1925503"/>
              <a:gd name="connsiteX6" fmla="*/ 3680407 w 7758943"/>
              <a:gd name="connsiteY6" fmla="*/ 1775578 h 1925503"/>
              <a:gd name="connsiteX7" fmla="*/ 1889027 w 7758943"/>
              <a:gd name="connsiteY7" fmla="*/ 1854732 h 1925503"/>
              <a:gd name="connsiteX8" fmla="*/ 1097965 w 7758943"/>
              <a:gd name="connsiteY8" fmla="*/ 1742972 h 1925503"/>
              <a:gd name="connsiteX9" fmla="*/ 579150 w 7758943"/>
              <a:gd name="connsiteY9" fmla="*/ 1722026 h 1925503"/>
              <a:gd name="connsiteX10" fmla="*/ 269079 w 7758943"/>
              <a:gd name="connsiteY10" fmla="*/ 1508390 h 1925503"/>
              <a:gd name="connsiteX11" fmla="*/ 395549 w 7758943"/>
              <a:gd name="connsiteY11" fmla="*/ 1204371 h 1925503"/>
              <a:gd name="connsiteX12" fmla="*/ 497149 w 7758943"/>
              <a:gd name="connsiteY12" fmla="*/ 949788 h 1925503"/>
              <a:gd name="connsiteX13" fmla="*/ 326673 w 7758943"/>
              <a:gd name="connsiteY13" fmla="*/ 120667 h 1925503"/>
              <a:gd name="connsiteX14" fmla="*/ 2469586 w 7758943"/>
              <a:gd name="connsiteY14" fmla="*/ 44175 h 1925503"/>
              <a:gd name="connsiteX15" fmla="*/ 4076877 w 7758943"/>
              <a:gd name="connsiteY15" fmla="*/ 44175 h 1925503"/>
              <a:gd name="connsiteX16" fmla="*/ 6353797 w 7758943"/>
              <a:gd name="connsiteY16" fmla="*/ 273693 h 1925503"/>
              <a:gd name="connsiteX17" fmla="*/ 7107797 w 7758943"/>
              <a:gd name="connsiteY17" fmla="*/ 286549 h 1925503"/>
              <a:gd name="connsiteX18" fmla="*/ 7462351 w 7758943"/>
              <a:gd name="connsiteY18" fmla="*/ 452833 h 1925503"/>
              <a:gd name="connsiteX19" fmla="*/ 7326616 w 7758943"/>
              <a:gd name="connsiteY19" fmla="*/ 648035 h 1925503"/>
              <a:gd name="connsiteX20" fmla="*/ 7362601 w 7758943"/>
              <a:gd name="connsiteY20" fmla="*/ 878020 h 1925503"/>
              <a:gd name="connsiteX21" fmla="*/ 7629491 w 7758943"/>
              <a:gd name="connsiteY21" fmla="*/ 888180 h 1925503"/>
              <a:gd name="connsiteX22" fmla="*/ 7661072 w 7758943"/>
              <a:gd name="connsiteY22" fmla="*/ 1345544 h 1925503"/>
              <a:gd name="connsiteX0" fmla="*/ 7661072 w 7758943"/>
              <a:gd name="connsiteY0" fmla="*/ 1345544 h 1905431"/>
              <a:gd name="connsiteX1" fmla="*/ 7343255 w 7758943"/>
              <a:gd name="connsiteY1" fmla="*/ 1717983 h 1905431"/>
              <a:gd name="connsiteX2" fmla="*/ 7343341 w 7758943"/>
              <a:gd name="connsiteY2" fmla="*/ 1718365 h 1905431"/>
              <a:gd name="connsiteX3" fmla="*/ 6956667 w 7758943"/>
              <a:gd name="connsiteY3" fmla="*/ 1880446 h 1905431"/>
              <a:gd name="connsiteX4" fmla="*/ 6002092 w 7758943"/>
              <a:gd name="connsiteY4" fmla="*/ 1802806 h 1905431"/>
              <a:gd name="connsiteX5" fmla="*/ 4955339 w 7758943"/>
              <a:gd name="connsiteY5" fmla="*/ 1795877 h 1905431"/>
              <a:gd name="connsiteX6" fmla="*/ 3680407 w 7758943"/>
              <a:gd name="connsiteY6" fmla="*/ 1775578 h 1905431"/>
              <a:gd name="connsiteX7" fmla="*/ 1889027 w 7758943"/>
              <a:gd name="connsiteY7" fmla="*/ 1854732 h 1905431"/>
              <a:gd name="connsiteX8" fmla="*/ 1097965 w 7758943"/>
              <a:gd name="connsiteY8" fmla="*/ 1742972 h 1905431"/>
              <a:gd name="connsiteX9" fmla="*/ 579150 w 7758943"/>
              <a:gd name="connsiteY9" fmla="*/ 1722026 h 1905431"/>
              <a:gd name="connsiteX10" fmla="*/ 269079 w 7758943"/>
              <a:gd name="connsiteY10" fmla="*/ 1508390 h 1905431"/>
              <a:gd name="connsiteX11" fmla="*/ 395549 w 7758943"/>
              <a:gd name="connsiteY11" fmla="*/ 1204371 h 1905431"/>
              <a:gd name="connsiteX12" fmla="*/ 497149 w 7758943"/>
              <a:gd name="connsiteY12" fmla="*/ 949788 h 1905431"/>
              <a:gd name="connsiteX13" fmla="*/ 326673 w 7758943"/>
              <a:gd name="connsiteY13" fmla="*/ 120667 h 1905431"/>
              <a:gd name="connsiteX14" fmla="*/ 2469586 w 7758943"/>
              <a:gd name="connsiteY14" fmla="*/ 44175 h 1905431"/>
              <a:gd name="connsiteX15" fmla="*/ 4076877 w 7758943"/>
              <a:gd name="connsiteY15" fmla="*/ 44175 h 1905431"/>
              <a:gd name="connsiteX16" fmla="*/ 6353797 w 7758943"/>
              <a:gd name="connsiteY16" fmla="*/ 273693 h 1905431"/>
              <a:gd name="connsiteX17" fmla="*/ 7107797 w 7758943"/>
              <a:gd name="connsiteY17" fmla="*/ 286549 h 1905431"/>
              <a:gd name="connsiteX18" fmla="*/ 7462351 w 7758943"/>
              <a:gd name="connsiteY18" fmla="*/ 452833 h 1905431"/>
              <a:gd name="connsiteX19" fmla="*/ 7326616 w 7758943"/>
              <a:gd name="connsiteY19" fmla="*/ 648035 h 1905431"/>
              <a:gd name="connsiteX20" fmla="*/ 7362601 w 7758943"/>
              <a:gd name="connsiteY20" fmla="*/ 878020 h 1905431"/>
              <a:gd name="connsiteX21" fmla="*/ 7629491 w 7758943"/>
              <a:gd name="connsiteY21" fmla="*/ 888180 h 1905431"/>
              <a:gd name="connsiteX22" fmla="*/ 7661072 w 7758943"/>
              <a:gd name="connsiteY22" fmla="*/ 1345544 h 1905431"/>
              <a:gd name="connsiteX0" fmla="*/ 7661072 w 7758943"/>
              <a:gd name="connsiteY0" fmla="*/ 1345544 h 1884966"/>
              <a:gd name="connsiteX1" fmla="*/ 7343255 w 7758943"/>
              <a:gd name="connsiteY1" fmla="*/ 1717983 h 1884966"/>
              <a:gd name="connsiteX2" fmla="*/ 7343341 w 7758943"/>
              <a:gd name="connsiteY2" fmla="*/ 1718365 h 1884966"/>
              <a:gd name="connsiteX3" fmla="*/ 6956667 w 7758943"/>
              <a:gd name="connsiteY3" fmla="*/ 1880446 h 1884966"/>
              <a:gd name="connsiteX4" fmla="*/ 6002092 w 7758943"/>
              <a:gd name="connsiteY4" fmla="*/ 1802806 h 1884966"/>
              <a:gd name="connsiteX5" fmla="*/ 4955339 w 7758943"/>
              <a:gd name="connsiteY5" fmla="*/ 1795877 h 1884966"/>
              <a:gd name="connsiteX6" fmla="*/ 3634687 w 7758943"/>
              <a:gd name="connsiteY6" fmla="*/ 1872098 h 1884966"/>
              <a:gd name="connsiteX7" fmla="*/ 1889027 w 7758943"/>
              <a:gd name="connsiteY7" fmla="*/ 1854732 h 1884966"/>
              <a:gd name="connsiteX8" fmla="*/ 1097965 w 7758943"/>
              <a:gd name="connsiteY8" fmla="*/ 1742972 h 1884966"/>
              <a:gd name="connsiteX9" fmla="*/ 579150 w 7758943"/>
              <a:gd name="connsiteY9" fmla="*/ 1722026 h 1884966"/>
              <a:gd name="connsiteX10" fmla="*/ 269079 w 7758943"/>
              <a:gd name="connsiteY10" fmla="*/ 1508390 h 1884966"/>
              <a:gd name="connsiteX11" fmla="*/ 395549 w 7758943"/>
              <a:gd name="connsiteY11" fmla="*/ 1204371 h 1884966"/>
              <a:gd name="connsiteX12" fmla="*/ 497149 w 7758943"/>
              <a:gd name="connsiteY12" fmla="*/ 949788 h 1884966"/>
              <a:gd name="connsiteX13" fmla="*/ 326673 w 7758943"/>
              <a:gd name="connsiteY13" fmla="*/ 120667 h 1884966"/>
              <a:gd name="connsiteX14" fmla="*/ 2469586 w 7758943"/>
              <a:gd name="connsiteY14" fmla="*/ 44175 h 1884966"/>
              <a:gd name="connsiteX15" fmla="*/ 4076877 w 7758943"/>
              <a:gd name="connsiteY15" fmla="*/ 44175 h 1884966"/>
              <a:gd name="connsiteX16" fmla="*/ 6353797 w 7758943"/>
              <a:gd name="connsiteY16" fmla="*/ 273693 h 1884966"/>
              <a:gd name="connsiteX17" fmla="*/ 7107797 w 7758943"/>
              <a:gd name="connsiteY17" fmla="*/ 286549 h 1884966"/>
              <a:gd name="connsiteX18" fmla="*/ 7462351 w 7758943"/>
              <a:gd name="connsiteY18" fmla="*/ 452833 h 1884966"/>
              <a:gd name="connsiteX19" fmla="*/ 7326616 w 7758943"/>
              <a:gd name="connsiteY19" fmla="*/ 648035 h 1884966"/>
              <a:gd name="connsiteX20" fmla="*/ 7362601 w 7758943"/>
              <a:gd name="connsiteY20" fmla="*/ 878020 h 1884966"/>
              <a:gd name="connsiteX21" fmla="*/ 7629491 w 7758943"/>
              <a:gd name="connsiteY21" fmla="*/ 888180 h 1884966"/>
              <a:gd name="connsiteX22" fmla="*/ 7661072 w 7758943"/>
              <a:gd name="connsiteY22" fmla="*/ 1345544 h 1884966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34687 w 7758943"/>
              <a:gd name="connsiteY6" fmla="*/ 187209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34687 w 7758943"/>
              <a:gd name="connsiteY6" fmla="*/ 187209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34687 w 7758943"/>
              <a:gd name="connsiteY6" fmla="*/ 187209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97243"/>
              <a:gd name="connsiteX1" fmla="*/ 7343255 w 7758943"/>
              <a:gd name="connsiteY1" fmla="*/ 1717983 h 1897243"/>
              <a:gd name="connsiteX2" fmla="*/ 7343341 w 7758943"/>
              <a:gd name="connsiteY2" fmla="*/ 1718365 h 1897243"/>
              <a:gd name="connsiteX3" fmla="*/ 6956667 w 7758943"/>
              <a:gd name="connsiteY3" fmla="*/ 1880446 h 1897243"/>
              <a:gd name="connsiteX4" fmla="*/ 6002092 w 7758943"/>
              <a:gd name="connsiteY4" fmla="*/ 1802806 h 1897243"/>
              <a:gd name="connsiteX5" fmla="*/ 4955339 w 7758943"/>
              <a:gd name="connsiteY5" fmla="*/ 1795877 h 1897243"/>
              <a:gd name="connsiteX6" fmla="*/ 3685487 w 7758943"/>
              <a:gd name="connsiteY6" fmla="*/ 1887338 h 1897243"/>
              <a:gd name="connsiteX7" fmla="*/ 2636215 w 7758943"/>
              <a:gd name="connsiteY7" fmla="*/ 1802145 h 1897243"/>
              <a:gd name="connsiteX8" fmla="*/ 1889027 w 7758943"/>
              <a:gd name="connsiteY8" fmla="*/ 1854732 h 1897243"/>
              <a:gd name="connsiteX9" fmla="*/ 1097965 w 7758943"/>
              <a:gd name="connsiteY9" fmla="*/ 1742972 h 1897243"/>
              <a:gd name="connsiteX10" fmla="*/ 579150 w 7758943"/>
              <a:gd name="connsiteY10" fmla="*/ 1722026 h 1897243"/>
              <a:gd name="connsiteX11" fmla="*/ 269079 w 7758943"/>
              <a:gd name="connsiteY11" fmla="*/ 1508390 h 1897243"/>
              <a:gd name="connsiteX12" fmla="*/ 395549 w 7758943"/>
              <a:gd name="connsiteY12" fmla="*/ 1204371 h 1897243"/>
              <a:gd name="connsiteX13" fmla="*/ 497149 w 7758943"/>
              <a:gd name="connsiteY13" fmla="*/ 949788 h 1897243"/>
              <a:gd name="connsiteX14" fmla="*/ 326673 w 7758943"/>
              <a:gd name="connsiteY14" fmla="*/ 120667 h 1897243"/>
              <a:gd name="connsiteX15" fmla="*/ 2469586 w 7758943"/>
              <a:gd name="connsiteY15" fmla="*/ 44175 h 1897243"/>
              <a:gd name="connsiteX16" fmla="*/ 4076877 w 7758943"/>
              <a:gd name="connsiteY16" fmla="*/ 44175 h 1897243"/>
              <a:gd name="connsiteX17" fmla="*/ 6353797 w 7758943"/>
              <a:gd name="connsiteY17" fmla="*/ 273693 h 1897243"/>
              <a:gd name="connsiteX18" fmla="*/ 7107797 w 7758943"/>
              <a:gd name="connsiteY18" fmla="*/ 286549 h 1897243"/>
              <a:gd name="connsiteX19" fmla="*/ 7462351 w 7758943"/>
              <a:gd name="connsiteY19" fmla="*/ 452833 h 1897243"/>
              <a:gd name="connsiteX20" fmla="*/ 7326616 w 7758943"/>
              <a:gd name="connsiteY20" fmla="*/ 648035 h 1897243"/>
              <a:gd name="connsiteX21" fmla="*/ 7362601 w 7758943"/>
              <a:gd name="connsiteY21" fmla="*/ 878020 h 1897243"/>
              <a:gd name="connsiteX22" fmla="*/ 7629491 w 7758943"/>
              <a:gd name="connsiteY22" fmla="*/ 888180 h 1897243"/>
              <a:gd name="connsiteX23" fmla="*/ 7661072 w 7758943"/>
              <a:gd name="connsiteY23" fmla="*/ 1345544 h 1897243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823259 w 7758943"/>
              <a:gd name="connsiteY5" fmla="*/ 180603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823259 w 7758943"/>
              <a:gd name="connsiteY5" fmla="*/ 180603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267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267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27947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0487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87272"/>
              <a:gd name="connsiteY0" fmla="*/ 1345544 h 1888961"/>
              <a:gd name="connsiteX1" fmla="*/ 7343255 w 7787272"/>
              <a:gd name="connsiteY1" fmla="*/ 1717983 h 1888961"/>
              <a:gd name="connsiteX2" fmla="*/ 7343341 w 7787272"/>
              <a:gd name="connsiteY2" fmla="*/ 1718365 h 1888961"/>
              <a:gd name="connsiteX3" fmla="*/ 6956667 w 7787272"/>
              <a:gd name="connsiteY3" fmla="*/ 1880446 h 1888961"/>
              <a:gd name="connsiteX4" fmla="*/ 6002092 w 7787272"/>
              <a:gd name="connsiteY4" fmla="*/ 1802806 h 1888961"/>
              <a:gd name="connsiteX5" fmla="*/ 4752139 w 7787272"/>
              <a:gd name="connsiteY5" fmla="*/ 1785717 h 1888961"/>
              <a:gd name="connsiteX6" fmla="*/ 3685487 w 7787272"/>
              <a:gd name="connsiteY6" fmla="*/ 1887338 h 1888961"/>
              <a:gd name="connsiteX7" fmla="*/ 2636215 w 7787272"/>
              <a:gd name="connsiteY7" fmla="*/ 1802145 h 1888961"/>
              <a:gd name="connsiteX8" fmla="*/ 1889027 w 7787272"/>
              <a:gd name="connsiteY8" fmla="*/ 1854732 h 1888961"/>
              <a:gd name="connsiteX9" fmla="*/ 1097965 w 7787272"/>
              <a:gd name="connsiteY9" fmla="*/ 1742972 h 1888961"/>
              <a:gd name="connsiteX10" fmla="*/ 579150 w 7787272"/>
              <a:gd name="connsiteY10" fmla="*/ 1722026 h 1888961"/>
              <a:gd name="connsiteX11" fmla="*/ 269079 w 7787272"/>
              <a:gd name="connsiteY11" fmla="*/ 1508390 h 1888961"/>
              <a:gd name="connsiteX12" fmla="*/ 395549 w 7787272"/>
              <a:gd name="connsiteY12" fmla="*/ 1204371 h 1888961"/>
              <a:gd name="connsiteX13" fmla="*/ 497149 w 7787272"/>
              <a:gd name="connsiteY13" fmla="*/ 949788 h 1888961"/>
              <a:gd name="connsiteX14" fmla="*/ 326673 w 7787272"/>
              <a:gd name="connsiteY14" fmla="*/ 120667 h 1888961"/>
              <a:gd name="connsiteX15" fmla="*/ 2469586 w 7787272"/>
              <a:gd name="connsiteY15" fmla="*/ 44175 h 1888961"/>
              <a:gd name="connsiteX16" fmla="*/ 4076877 w 7787272"/>
              <a:gd name="connsiteY16" fmla="*/ 44175 h 1888961"/>
              <a:gd name="connsiteX17" fmla="*/ 6353797 w 7787272"/>
              <a:gd name="connsiteY17" fmla="*/ 273693 h 1888961"/>
              <a:gd name="connsiteX18" fmla="*/ 7026517 w 7787272"/>
              <a:gd name="connsiteY18" fmla="*/ 281469 h 1888961"/>
              <a:gd name="connsiteX19" fmla="*/ 7304871 w 7787272"/>
              <a:gd name="connsiteY19" fmla="*/ 396953 h 1888961"/>
              <a:gd name="connsiteX20" fmla="*/ 7301216 w 7787272"/>
              <a:gd name="connsiteY20" fmla="*/ 632795 h 1888961"/>
              <a:gd name="connsiteX21" fmla="*/ 7362601 w 7787272"/>
              <a:gd name="connsiteY21" fmla="*/ 878020 h 1888961"/>
              <a:gd name="connsiteX22" fmla="*/ 7675211 w 7787272"/>
              <a:gd name="connsiteY22" fmla="*/ 989780 h 1888961"/>
              <a:gd name="connsiteX23" fmla="*/ 7661072 w 7787272"/>
              <a:gd name="connsiteY23" fmla="*/ 1345544 h 1888961"/>
              <a:gd name="connsiteX0" fmla="*/ 7661072 w 7705233"/>
              <a:gd name="connsiteY0" fmla="*/ 1345544 h 1888961"/>
              <a:gd name="connsiteX1" fmla="*/ 7343255 w 7705233"/>
              <a:gd name="connsiteY1" fmla="*/ 1717983 h 1888961"/>
              <a:gd name="connsiteX2" fmla="*/ 7343341 w 7705233"/>
              <a:gd name="connsiteY2" fmla="*/ 1718365 h 1888961"/>
              <a:gd name="connsiteX3" fmla="*/ 6956667 w 7705233"/>
              <a:gd name="connsiteY3" fmla="*/ 1880446 h 1888961"/>
              <a:gd name="connsiteX4" fmla="*/ 6002092 w 7705233"/>
              <a:gd name="connsiteY4" fmla="*/ 1802806 h 1888961"/>
              <a:gd name="connsiteX5" fmla="*/ 4752139 w 7705233"/>
              <a:gd name="connsiteY5" fmla="*/ 1785717 h 1888961"/>
              <a:gd name="connsiteX6" fmla="*/ 3685487 w 7705233"/>
              <a:gd name="connsiteY6" fmla="*/ 1887338 h 1888961"/>
              <a:gd name="connsiteX7" fmla="*/ 2636215 w 7705233"/>
              <a:gd name="connsiteY7" fmla="*/ 1802145 h 1888961"/>
              <a:gd name="connsiteX8" fmla="*/ 1889027 w 7705233"/>
              <a:gd name="connsiteY8" fmla="*/ 1854732 h 1888961"/>
              <a:gd name="connsiteX9" fmla="*/ 1097965 w 7705233"/>
              <a:gd name="connsiteY9" fmla="*/ 1742972 h 1888961"/>
              <a:gd name="connsiteX10" fmla="*/ 579150 w 7705233"/>
              <a:gd name="connsiteY10" fmla="*/ 1722026 h 1888961"/>
              <a:gd name="connsiteX11" fmla="*/ 269079 w 7705233"/>
              <a:gd name="connsiteY11" fmla="*/ 1508390 h 1888961"/>
              <a:gd name="connsiteX12" fmla="*/ 395549 w 7705233"/>
              <a:gd name="connsiteY12" fmla="*/ 1204371 h 1888961"/>
              <a:gd name="connsiteX13" fmla="*/ 497149 w 7705233"/>
              <a:gd name="connsiteY13" fmla="*/ 949788 h 1888961"/>
              <a:gd name="connsiteX14" fmla="*/ 326673 w 7705233"/>
              <a:gd name="connsiteY14" fmla="*/ 120667 h 1888961"/>
              <a:gd name="connsiteX15" fmla="*/ 2469586 w 7705233"/>
              <a:gd name="connsiteY15" fmla="*/ 44175 h 1888961"/>
              <a:gd name="connsiteX16" fmla="*/ 4076877 w 7705233"/>
              <a:gd name="connsiteY16" fmla="*/ 44175 h 1888961"/>
              <a:gd name="connsiteX17" fmla="*/ 6353797 w 7705233"/>
              <a:gd name="connsiteY17" fmla="*/ 273693 h 1888961"/>
              <a:gd name="connsiteX18" fmla="*/ 7026517 w 7705233"/>
              <a:gd name="connsiteY18" fmla="*/ 281469 h 1888961"/>
              <a:gd name="connsiteX19" fmla="*/ 7304871 w 7705233"/>
              <a:gd name="connsiteY19" fmla="*/ 396953 h 1888961"/>
              <a:gd name="connsiteX20" fmla="*/ 7301216 w 7705233"/>
              <a:gd name="connsiteY20" fmla="*/ 632795 h 1888961"/>
              <a:gd name="connsiteX21" fmla="*/ 7362601 w 7705233"/>
              <a:gd name="connsiteY21" fmla="*/ 878020 h 1888961"/>
              <a:gd name="connsiteX22" fmla="*/ 7675211 w 7705233"/>
              <a:gd name="connsiteY22" fmla="*/ 989780 h 1888961"/>
              <a:gd name="connsiteX23" fmla="*/ 7661072 w 7705233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304871 w 7723529"/>
              <a:gd name="connsiteY19" fmla="*/ 396953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355671 w 7723529"/>
              <a:gd name="connsiteY19" fmla="*/ 349328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355671 w 7723529"/>
              <a:gd name="connsiteY19" fmla="*/ 349328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81058 w 7723529"/>
              <a:gd name="connsiteY19" fmla="*/ 387428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81058 w 7723529"/>
              <a:gd name="connsiteY19" fmla="*/ 387428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81058 w 7723529"/>
              <a:gd name="connsiteY19" fmla="*/ 387428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11886"/>
              <a:gd name="connsiteY0" fmla="*/ 1345544 h 1888961"/>
              <a:gd name="connsiteX1" fmla="*/ 7343255 w 7711886"/>
              <a:gd name="connsiteY1" fmla="*/ 1717983 h 1888961"/>
              <a:gd name="connsiteX2" fmla="*/ 7343341 w 7711886"/>
              <a:gd name="connsiteY2" fmla="*/ 1718365 h 1888961"/>
              <a:gd name="connsiteX3" fmla="*/ 6956667 w 7711886"/>
              <a:gd name="connsiteY3" fmla="*/ 1880446 h 1888961"/>
              <a:gd name="connsiteX4" fmla="*/ 6002092 w 7711886"/>
              <a:gd name="connsiteY4" fmla="*/ 1802806 h 1888961"/>
              <a:gd name="connsiteX5" fmla="*/ 4752139 w 7711886"/>
              <a:gd name="connsiteY5" fmla="*/ 1785717 h 1888961"/>
              <a:gd name="connsiteX6" fmla="*/ 3685487 w 7711886"/>
              <a:gd name="connsiteY6" fmla="*/ 1887338 h 1888961"/>
              <a:gd name="connsiteX7" fmla="*/ 2636215 w 7711886"/>
              <a:gd name="connsiteY7" fmla="*/ 1802145 h 1888961"/>
              <a:gd name="connsiteX8" fmla="*/ 1889027 w 7711886"/>
              <a:gd name="connsiteY8" fmla="*/ 1854732 h 1888961"/>
              <a:gd name="connsiteX9" fmla="*/ 1097965 w 7711886"/>
              <a:gd name="connsiteY9" fmla="*/ 1742972 h 1888961"/>
              <a:gd name="connsiteX10" fmla="*/ 579150 w 7711886"/>
              <a:gd name="connsiteY10" fmla="*/ 1722026 h 1888961"/>
              <a:gd name="connsiteX11" fmla="*/ 269079 w 7711886"/>
              <a:gd name="connsiteY11" fmla="*/ 1508390 h 1888961"/>
              <a:gd name="connsiteX12" fmla="*/ 395549 w 7711886"/>
              <a:gd name="connsiteY12" fmla="*/ 1204371 h 1888961"/>
              <a:gd name="connsiteX13" fmla="*/ 497149 w 7711886"/>
              <a:gd name="connsiteY13" fmla="*/ 949788 h 1888961"/>
              <a:gd name="connsiteX14" fmla="*/ 326673 w 7711886"/>
              <a:gd name="connsiteY14" fmla="*/ 120667 h 1888961"/>
              <a:gd name="connsiteX15" fmla="*/ 2469586 w 7711886"/>
              <a:gd name="connsiteY15" fmla="*/ 44175 h 1888961"/>
              <a:gd name="connsiteX16" fmla="*/ 4076877 w 7711886"/>
              <a:gd name="connsiteY16" fmla="*/ 44175 h 1888961"/>
              <a:gd name="connsiteX17" fmla="*/ 6353797 w 7711886"/>
              <a:gd name="connsiteY17" fmla="*/ 273693 h 1888961"/>
              <a:gd name="connsiteX18" fmla="*/ 7026517 w 7711886"/>
              <a:gd name="connsiteY18" fmla="*/ 281469 h 1888961"/>
              <a:gd name="connsiteX19" fmla="*/ 7281058 w 7711886"/>
              <a:gd name="connsiteY19" fmla="*/ 387428 h 1888961"/>
              <a:gd name="connsiteX20" fmla="*/ 7298041 w 7711886"/>
              <a:gd name="connsiteY20" fmla="*/ 642320 h 1888961"/>
              <a:gd name="connsiteX21" fmla="*/ 7362601 w 7711886"/>
              <a:gd name="connsiteY21" fmla="*/ 878020 h 1888961"/>
              <a:gd name="connsiteX22" fmla="*/ 7675211 w 7711886"/>
              <a:gd name="connsiteY22" fmla="*/ 989780 h 1888961"/>
              <a:gd name="connsiteX23" fmla="*/ 7661072 w 7711886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62601 w 7710641"/>
              <a:gd name="connsiteY21" fmla="*/ 8780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62601 w 7710641"/>
              <a:gd name="connsiteY21" fmla="*/ 8780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91176 w 7710641"/>
              <a:gd name="connsiteY21" fmla="*/ 854208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91176 w 7710641"/>
              <a:gd name="connsiteY21" fmla="*/ 854208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097965 w 7710641"/>
              <a:gd name="connsiteY9" fmla="*/ 17429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946799 w 7710641"/>
              <a:gd name="connsiteY10" fmla="*/ 1731025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946799 w 7710641"/>
              <a:gd name="connsiteY10" fmla="*/ 1731025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946799 w 7710641"/>
              <a:gd name="connsiteY10" fmla="*/ 1731025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15061 w 7710641"/>
              <a:gd name="connsiteY10" fmla="*/ 1740550 h 1887718"/>
              <a:gd name="connsiteX11" fmla="*/ 946799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15061 w 7710641"/>
              <a:gd name="connsiteY10" fmla="*/ 1740550 h 1887718"/>
              <a:gd name="connsiteX11" fmla="*/ 946799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946799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588430 w 7637999"/>
              <a:gd name="connsiteY0" fmla="*/ 1345544 h 1887718"/>
              <a:gd name="connsiteX1" fmla="*/ 7270613 w 7637999"/>
              <a:gd name="connsiteY1" fmla="*/ 1717983 h 1887718"/>
              <a:gd name="connsiteX2" fmla="*/ 7270699 w 7637999"/>
              <a:gd name="connsiteY2" fmla="*/ 1718365 h 1887718"/>
              <a:gd name="connsiteX3" fmla="*/ 6884025 w 7637999"/>
              <a:gd name="connsiteY3" fmla="*/ 1880446 h 1887718"/>
              <a:gd name="connsiteX4" fmla="*/ 5929450 w 7637999"/>
              <a:gd name="connsiteY4" fmla="*/ 1802806 h 1887718"/>
              <a:gd name="connsiteX5" fmla="*/ 4679497 w 7637999"/>
              <a:gd name="connsiteY5" fmla="*/ 1785717 h 1887718"/>
              <a:gd name="connsiteX6" fmla="*/ 3612845 w 7637999"/>
              <a:gd name="connsiteY6" fmla="*/ 1887338 h 1887718"/>
              <a:gd name="connsiteX7" fmla="*/ 2563573 w 7637999"/>
              <a:gd name="connsiteY7" fmla="*/ 1802145 h 1887718"/>
              <a:gd name="connsiteX8" fmla="*/ 1816385 w 7637999"/>
              <a:gd name="connsiteY8" fmla="*/ 1854732 h 1887718"/>
              <a:gd name="connsiteX9" fmla="*/ 1190423 w 7637999"/>
              <a:gd name="connsiteY9" fmla="*/ 1768372 h 1887718"/>
              <a:gd name="connsiteX10" fmla="*/ 1009094 w 7637999"/>
              <a:gd name="connsiteY10" fmla="*/ 1748488 h 1887718"/>
              <a:gd name="connsiteX11" fmla="*/ 821769 w 7637999"/>
              <a:gd name="connsiteY11" fmla="*/ 1731025 h 1887718"/>
              <a:gd name="connsiteX12" fmla="*/ 506508 w 7637999"/>
              <a:gd name="connsiteY12" fmla="*/ 1722026 h 1887718"/>
              <a:gd name="connsiteX13" fmla="*/ 196437 w 7637999"/>
              <a:gd name="connsiteY13" fmla="*/ 1508390 h 1887718"/>
              <a:gd name="connsiteX14" fmla="*/ 322907 w 7637999"/>
              <a:gd name="connsiteY14" fmla="*/ 1204371 h 1887718"/>
              <a:gd name="connsiteX15" fmla="*/ 424507 w 7637999"/>
              <a:gd name="connsiteY15" fmla="*/ 949788 h 1887718"/>
              <a:gd name="connsiteX16" fmla="*/ 59769 w 7637999"/>
              <a:gd name="connsiteY16" fmla="*/ 729313 h 1887718"/>
              <a:gd name="connsiteX17" fmla="*/ 254031 w 7637999"/>
              <a:gd name="connsiteY17" fmla="*/ 120667 h 1887718"/>
              <a:gd name="connsiteX18" fmla="*/ 2396944 w 7637999"/>
              <a:gd name="connsiteY18" fmla="*/ 44175 h 1887718"/>
              <a:gd name="connsiteX19" fmla="*/ 4004235 w 7637999"/>
              <a:gd name="connsiteY19" fmla="*/ 44175 h 1887718"/>
              <a:gd name="connsiteX20" fmla="*/ 6281155 w 7637999"/>
              <a:gd name="connsiteY20" fmla="*/ 273693 h 1887718"/>
              <a:gd name="connsiteX21" fmla="*/ 6953875 w 7637999"/>
              <a:gd name="connsiteY21" fmla="*/ 281469 h 1887718"/>
              <a:gd name="connsiteX22" fmla="*/ 7208416 w 7637999"/>
              <a:gd name="connsiteY22" fmla="*/ 387428 h 1887718"/>
              <a:gd name="connsiteX23" fmla="*/ 7225399 w 7637999"/>
              <a:gd name="connsiteY23" fmla="*/ 642320 h 1887718"/>
              <a:gd name="connsiteX24" fmla="*/ 7307422 w 7637999"/>
              <a:gd name="connsiteY24" fmla="*/ 865320 h 1887718"/>
              <a:gd name="connsiteX25" fmla="*/ 7599394 w 7637999"/>
              <a:gd name="connsiteY25" fmla="*/ 996130 h 1887718"/>
              <a:gd name="connsiteX26" fmla="*/ 7588430 w 7637999"/>
              <a:gd name="connsiteY26" fmla="*/ 1345544 h 1887718"/>
              <a:gd name="connsiteX0" fmla="*/ 7608933 w 7658502"/>
              <a:gd name="connsiteY0" fmla="*/ 1345544 h 1887718"/>
              <a:gd name="connsiteX1" fmla="*/ 7291116 w 7658502"/>
              <a:gd name="connsiteY1" fmla="*/ 1717983 h 1887718"/>
              <a:gd name="connsiteX2" fmla="*/ 7291202 w 7658502"/>
              <a:gd name="connsiteY2" fmla="*/ 1718365 h 1887718"/>
              <a:gd name="connsiteX3" fmla="*/ 6904528 w 7658502"/>
              <a:gd name="connsiteY3" fmla="*/ 1880446 h 1887718"/>
              <a:gd name="connsiteX4" fmla="*/ 5949953 w 7658502"/>
              <a:gd name="connsiteY4" fmla="*/ 1802806 h 1887718"/>
              <a:gd name="connsiteX5" fmla="*/ 4700000 w 7658502"/>
              <a:gd name="connsiteY5" fmla="*/ 1785717 h 1887718"/>
              <a:gd name="connsiteX6" fmla="*/ 3633348 w 7658502"/>
              <a:gd name="connsiteY6" fmla="*/ 1887338 h 1887718"/>
              <a:gd name="connsiteX7" fmla="*/ 2584076 w 7658502"/>
              <a:gd name="connsiteY7" fmla="*/ 1802145 h 1887718"/>
              <a:gd name="connsiteX8" fmla="*/ 1836888 w 7658502"/>
              <a:gd name="connsiteY8" fmla="*/ 1854732 h 1887718"/>
              <a:gd name="connsiteX9" fmla="*/ 1210926 w 7658502"/>
              <a:gd name="connsiteY9" fmla="*/ 1768372 h 1887718"/>
              <a:gd name="connsiteX10" fmla="*/ 1029597 w 7658502"/>
              <a:gd name="connsiteY10" fmla="*/ 1748488 h 1887718"/>
              <a:gd name="connsiteX11" fmla="*/ 842272 w 7658502"/>
              <a:gd name="connsiteY11" fmla="*/ 1731025 h 1887718"/>
              <a:gd name="connsiteX12" fmla="*/ 527011 w 7658502"/>
              <a:gd name="connsiteY12" fmla="*/ 1722026 h 1887718"/>
              <a:gd name="connsiteX13" fmla="*/ 216940 w 7658502"/>
              <a:gd name="connsiteY13" fmla="*/ 1508390 h 1887718"/>
              <a:gd name="connsiteX14" fmla="*/ 343410 w 7658502"/>
              <a:gd name="connsiteY14" fmla="*/ 1204371 h 1887718"/>
              <a:gd name="connsiteX15" fmla="*/ 445010 w 7658502"/>
              <a:gd name="connsiteY15" fmla="*/ 949788 h 1887718"/>
              <a:gd name="connsiteX16" fmla="*/ 43760 w 7658502"/>
              <a:gd name="connsiteY16" fmla="*/ 727725 h 1887718"/>
              <a:gd name="connsiteX17" fmla="*/ 274534 w 7658502"/>
              <a:gd name="connsiteY17" fmla="*/ 120667 h 1887718"/>
              <a:gd name="connsiteX18" fmla="*/ 2417447 w 7658502"/>
              <a:gd name="connsiteY18" fmla="*/ 44175 h 1887718"/>
              <a:gd name="connsiteX19" fmla="*/ 4024738 w 7658502"/>
              <a:gd name="connsiteY19" fmla="*/ 44175 h 1887718"/>
              <a:gd name="connsiteX20" fmla="*/ 6301658 w 7658502"/>
              <a:gd name="connsiteY20" fmla="*/ 273693 h 1887718"/>
              <a:gd name="connsiteX21" fmla="*/ 6974378 w 7658502"/>
              <a:gd name="connsiteY21" fmla="*/ 281469 h 1887718"/>
              <a:gd name="connsiteX22" fmla="*/ 7228919 w 7658502"/>
              <a:gd name="connsiteY22" fmla="*/ 387428 h 1887718"/>
              <a:gd name="connsiteX23" fmla="*/ 7245902 w 7658502"/>
              <a:gd name="connsiteY23" fmla="*/ 642320 h 1887718"/>
              <a:gd name="connsiteX24" fmla="*/ 7327925 w 7658502"/>
              <a:gd name="connsiteY24" fmla="*/ 865320 h 1887718"/>
              <a:gd name="connsiteX25" fmla="*/ 7619897 w 7658502"/>
              <a:gd name="connsiteY25" fmla="*/ 996130 h 1887718"/>
              <a:gd name="connsiteX26" fmla="*/ 7608933 w 7658502"/>
              <a:gd name="connsiteY26" fmla="*/ 1345544 h 1887718"/>
              <a:gd name="connsiteX0" fmla="*/ 7608933 w 7658502"/>
              <a:gd name="connsiteY0" fmla="*/ 1345544 h 1887718"/>
              <a:gd name="connsiteX1" fmla="*/ 7291116 w 7658502"/>
              <a:gd name="connsiteY1" fmla="*/ 1717983 h 1887718"/>
              <a:gd name="connsiteX2" fmla="*/ 7291202 w 7658502"/>
              <a:gd name="connsiteY2" fmla="*/ 1718365 h 1887718"/>
              <a:gd name="connsiteX3" fmla="*/ 6904528 w 7658502"/>
              <a:gd name="connsiteY3" fmla="*/ 1880446 h 1887718"/>
              <a:gd name="connsiteX4" fmla="*/ 5949953 w 7658502"/>
              <a:gd name="connsiteY4" fmla="*/ 1802806 h 1887718"/>
              <a:gd name="connsiteX5" fmla="*/ 4700000 w 7658502"/>
              <a:gd name="connsiteY5" fmla="*/ 1785717 h 1887718"/>
              <a:gd name="connsiteX6" fmla="*/ 3633348 w 7658502"/>
              <a:gd name="connsiteY6" fmla="*/ 1887338 h 1887718"/>
              <a:gd name="connsiteX7" fmla="*/ 2584076 w 7658502"/>
              <a:gd name="connsiteY7" fmla="*/ 1802145 h 1887718"/>
              <a:gd name="connsiteX8" fmla="*/ 1836888 w 7658502"/>
              <a:gd name="connsiteY8" fmla="*/ 1854732 h 1887718"/>
              <a:gd name="connsiteX9" fmla="*/ 1210926 w 7658502"/>
              <a:gd name="connsiteY9" fmla="*/ 1768372 h 1887718"/>
              <a:gd name="connsiteX10" fmla="*/ 1029597 w 7658502"/>
              <a:gd name="connsiteY10" fmla="*/ 1748488 h 1887718"/>
              <a:gd name="connsiteX11" fmla="*/ 842272 w 7658502"/>
              <a:gd name="connsiteY11" fmla="*/ 1731025 h 1887718"/>
              <a:gd name="connsiteX12" fmla="*/ 527011 w 7658502"/>
              <a:gd name="connsiteY12" fmla="*/ 1722026 h 1887718"/>
              <a:gd name="connsiteX13" fmla="*/ 216940 w 7658502"/>
              <a:gd name="connsiteY13" fmla="*/ 1508390 h 1887718"/>
              <a:gd name="connsiteX14" fmla="*/ 343410 w 7658502"/>
              <a:gd name="connsiteY14" fmla="*/ 1204371 h 1887718"/>
              <a:gd name="connsiteX15" fmla="*/ 445010 w 7658502"/>
              <a:gd name="connsiteY15" fmla="*/ 949788 h 1887718"/>
              <a:gd name="connsiteX16" fmla="*/ 43760 w 7658502"/>
              <a:gd name="connsiteY16" fmla="*/ 727725 h 1887718"/>
              <a:gd name="connsiteX17" fmla="*/ 274534 w 7658502"/>
              <a:gd name="connsiteY17" fmla="*/ 120667 h 1887718"/>
              <a:gd name="connsiteX18" fmla="*/ 2417447 w 7658502"/>
              <a:gd name="connsiteY18" fmla="*/ 44175 h 1887718"/>
              <a:gd name="connsiteX19" fmla="*/ 4024738 w 7658502"/>
              <a:gd name="connsiteY19" fmla="*/ 44175 h 1887718"/>
              <a:gd name="connsiteX20" fmla="*/ 6301658 w 7658502"/>
              <a:gd name="connsiteY20" fmla="*/ 273693 h 1887718"/>
              <a:gd name="connsiteX21" fmla="*/ 6974378 w 7658502"/>
              <a:gd name="connsiteY21" fmla="*/ 281469 h 1887718"/>
              <a:gd name="connsiteX22" fmla="*/ 7228919 w 7658502"/>
              <a:gd name="connsiteY22" fmla="*/ 387428 h 1887718"/>
              <a:gd name="connsiteX23" fmla="*/ 7245902 w 7658502"/>
              <a:gd name="connsiteY23" fmla="*/ 642320 h 1887718"/>
              <a:gd name="connsiteX24" fmla="*/ 7327925 w 7658502"/>
              <a:gd name="connsiteY24" fmla="*/ 865320 h 1887718"/>
              <a:gd name="connsiteX25" fmla="*/ 7619897 w 7658502"/>
              <a:gd name="connsiteY25" fmla="*/ 996130 h 1887718"/>
              <a:gd name="connsiteX26" fmla="*/ 7608933 w 7658502"/>
              <a:gd name="connsiteY26" fmla="*/ 1345544 h 1887718"/>
              <a:gd name="connsiteX0" fmla="*/ 7624328 w 7673897"/>
              <a:gd name="connsiteY0" fmla="*/ 1345544 h 1887718"/>
              <a:gd name="connsiteX1" fmla="*/ 7306511 w 7673897"/>
              <a:gd name="connsiteY1" fmla="*/ 1717983 h 1887718"/>
              <a:gd name="connsiteX2" fmla="*/ 7306597 w 7673897"/>
              <a:gd name="connsiteY2" fmla="*/ 1718365 h 1887718"/>
              <a:gd name="connsiteX3" fmla="*/ 6919923 w 7673897"/>
              <a:gd name="connsiteY3" fmla="*/ 1880446 h 1887718"/>
              <a:gd name="connsiteX4" fmla="*/ 5965348 w 7673897"/>
              <a:gd name="connsiteY4" fmla="*/ 1802806 h 1887718"/>
              <a:gd name="connsiteX5" fmla="*/ 4715395 w 7673897"/>
              <a:gd name="connsiteY5" fmla="*/ 1785717 h 1887718"/>
              <a:gd name="connsiteX6" fmla="*/ 3648743 w 7673897"/>
              <a:gd name="connsiteY6" fmla="*/ 1887338 h 1887718"/>
              <a:gd name="connsiteX7" fmla="*/ 2599471 w 7673897"/>
              <a:gd name="connsiteY7" fmla="*/ 1802145 h 1887718"/>
              <a:gd name="connsiteX8" fmla="*/ 1852283 w 7673897"/>
              <a:gd name="connsiteY8" fmla="*/ 1854732 h 1887718"/>
              <a:gd name="connsiteX9" fmla="*/ 1226321 w 7673897"/>
              <a:gd name="connsiteY9" fmla="*/ 1768372 h 1887718"/>
              <a:gd name="connsiteX10" fmla="*/ 1044992 w 7673897"/>
              <a:gd name="connsiteY10" fmla="*/ 1748488 h 1887718"/>
              <a:gd name="connsiteX11" fmla="*/ 857667 w 7673897"/>
              <a:gd name="connsiteY11" fmla="*/ 1731025 h 1887718"/>
              <a:gd name="connsiteX12" fmla="*/ 542406 w 7673897"/>
              <a:gd name="connsiteY12" fmla="*/ 1722026 h 1887718"/>
              <a:gd name="connsiteX13" fmla="*/ 232335 w 7673897"/>
              <a:gd name="connsiteY13" fmla="*/ 1508390 h 1887718"/>
              <a:gd name="connsiteX14" fmla="*/ 358805 w 7673897"/>
              <a:gd name="connsiteY14" fmla="*/ 1204371 h 1887718"/>
              <a:gd name="connsiteX15" fmla="*/ 460405 w 7673897"/>
              <a:gd name="connsiteY15" fmla="*/ 949788 h 1887718"/>
              <a:gd name="connsiteX16" fmla="*/ 59155 w 7673897"/>
              <a:gd name="connsiteY16" fmla="*/ 727725 h 1887718"/>
              <a:gd name="connsiteX17" fmla="*/ 289929 w 7673897"/>
              <a:gd name="connsiteY17" fmla="*/ 120667 h 1887718"/>
              <a:gd name="connsiteX18" fmla="*/ 2432842 w 7673897"/>
              <a:gd name="connsiteY18" fmla="*/ 44175 h 1887718"/>
              <a:gd name="connsiteX19" fmla="*/ 4040133 w 7673897"/>
              <a:gd name="connsiteY19" fmla="*/ 44175 h 1887718"/>
              <a:gd name="connsiteX20" fmla="*/ 6317053 w 7673897"/>
              <a:gd name="connsiteY20" fmla="*/ 273693 h 1887718"/>
              <a:gd name="connsiteX21" fmla="*/ 6989773 w 7673897"/>
              <a:gd name="connsiteY21" fmla="*/ 281469 h 1887718"/>
              <a:gd name="connsiteX22" fmla="*/ 7244314 w 7673897"/>
              <a:gd name="connsiteY22" fmla="*/ 387428 h 1887718"/>
              <a:gd name="connsiteX23" fmla="*/ 7261297 w 7673897"/>
              <a:gd name="connsiteY23" fmla="*/ 642320 h 1887718"/>
              <a:gd name="connsiteX24" fmla="*/ 7343320 w 7673897"/>
              <a:gd name="connsiteY24" fmla="*/ 865320 h 1887718"/>
              <a:gd name="connsiteX25" fmla="*/ 7635292 w 7673897"/>
              <a:gd name="connsiteY25" fmla="*/ 996130 h 1887718"/>
              <a:gd name="connsiteX26" fmla="*/ 7624328 w 7673897"/>
              <a:gd name="connsiteY26" fmla="*/ 1345544 h 188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673897" h="1887718">
                <a:moveTo>
                  <a:pt x="7624328" y="1345544"/>
                </a:moveTo>
                <a:cubicBezTo>
                  <a:pt x="7482642" y="1576978"/>
                  <a:pt x="7359466" y="1655846"/>
                  <a:pt x="7306511" y="1717983"/>
                </a:cubicBezTo>
                <a:cubicBezTo>
                  <a:pt x="7253556" y="1780120"/>
                  <a:pt x="7306724" y="1718237"/>
                  <a:pt x="7306597" y="1718365"/>
                </a:cubicBezTo>
                <a:cubicBezTo>
                  <a:pt x="7198754" y="1808523"/>
                  <a:pt x="7069912" y="1880446"/>
                  <a:pt x="6919923" y="1880446"/>
                </a:cubicBezTo>
                <a:cubicBezTo>
                  <a:pt x="6558647" y="1844824"/>
                  <a:pt x="6318952" y="1819894"/>
                  <a:pt x="5965348" y="1802806"/>
                </a:cubicBezTo>
                <a:cubicBezTo>
                  <a:pt x="5572404" y="1803883"/>
                  <a:pt x="5387104" y="1883065"/>
                  <a:pt x="4715395" y="1785717"/>
                </a:cubicBezTo>
                <a:cubicBezTo>
                  <a:pt x="4715565" y="1785738"/>
                  <a:pt x="4001397" y="1884600"/>
                  <a:pt x="3648743" y="1887338"/>
                </a:cubicBezTo>
                <a:cubicBezTo>
                  <a:pt x="3296089" y="1890076"/>
                  <a:pt x="2942455" y="1879649"/>
                  <a:pt x="2599471" y="1802145"/>
                </a:cubicBezTo>
                <a:cubicBezTo>
                  <a:pt x="2274208" y="1779034"/>
                  <a:pt x="2081141" y="1860361"/>
                  <a:pt x="1852283" y="1854732"/>
                </a:cubicBezTo>
                <a:cubicBezTo>
                  <a:pt x="1623425" y="1849103"/>
                  <a:pt x="1362457" y="1785815"/>
                  <a:pt x="1226321" y="1768372"/>
                </a:cubicBezTo>
                <a:cubicBezTo>
                  <a:pt x="1162703" y="1762273"/>
                  <a:pt x="1165760" y="1764112"/>
                  <a:pt x="1044992" y="1748488"/>
                </a:cubicBezTo>
                <a:cubicBezTo>
                  <a:pt x="982550" y="1742667"/>
                  <a:pt x="885184" y="1728908"/>
                  <a:pt x="857667" y="1731025"/>
                </a:cubicBezTo>
                <a:cubicBezTo>
                  <a:pt x="818823" y="1735471"/>
                  <a:pt x="646628" y="1759132"/>
                  <a:pt x="542406" y="1722026"/>
                </a:cubicBezTo>
                <a:cubicBezTo>
                  <a:pt x="438184" y="1684920"/>
                  <a:pt x="262935" y="1594666"/>
                  <a:pt x="232335" y="1508390"/>
                </a:cubicBezTo>
                <a:cubicBezTo>
                  <a:pt x="201735" y="1422114"/>
                  <a:pt x="141953" y="1320624"/>
                  <a:pt x="358805" y="1204371"/>
                </a:cubicBezTo>
                <a:cubicBezTo>
                  <a:pt x="376267" y="1188303"/>
                  <a:pt x="481042" y="1146832"/>
                  <a:pt x="460405" y="949788"/>
                </a:cubicBezTo>
                <a:cubicBezTo>
                  <a:pt x="416549" y="870612"/>
                  <a:pt x="220918" y="918299"/>
                  <a:pt x="59155" y="727725"/>
                </a:cubicBezTo>
                <a:cubicBezTo>
                  <a:pt x="-5771" y="637163"/>
                  <a:pt x="-99600" y="234857"/>
                  <a:pt x="289929" y="120667"/>
                </a:cubicBezTo>
                <a:cubicBezTo>
                  <a:pt x="892586" y="-32317"/>
                  <a:pt x="1696306" y="120667"/>
                  <a:pt x="2432842" y="44175"/>
                </a:cubicBezTo>
                <a:cubicBezTo>
                  <a:pt x="2968740" y="5918"/>
                  <a:pt x="3504533" y="-32338"/>
                  <a:pt x="4040133" y="44175"/>
                </a:cubicBezTo>
                <a:cubicBezTo>
                  <a:pt x="4776797" y="158944"/>
                  <a:pt x="5580496" y="120667"/>
                  <a:pt x="6317053" y="273693"/>
                </a:cubicBezTo>
                <a:cubicBezTo>
                  <a:pt x="6585045" y="311949"/>
                  <a:pt x="6469708" y="192121"/>
                  <a:pt x="6989773" y="281469"/>
                </a:cubicBezTo>
                <a:cubicBezTo>
                  <a:pt x="7157110" y="321213"/>
                  <a:pt x="7225706" y="372811"/>
                  <a:pt x="7244314" y="387428"/>
                </a:cubicBezTo>
                <a:cubicBezTo>
                  <a:pt x="7254632" y="411431"/>
                  <a:pt x="7301462" y="451946"/>
                  <a:pt x="7261297" y="642320"/>
                </a:cubicBezTo>
                <a:cubicBezTo>
                  <a:pt x="7235303" y="776286"/>
                  <a:pt x="7302296" y="855825"/>
                  <a:pt x="7343320" y="865320"/>
                </a:cubicBezTo>
                <a:cubicBezTo>
                  <a:pt x="7530390" y="896647"/>
                  <a:pt x="7624117" y="983219"/>
                  <a:pt x="7635292" y="996130"/>
                </a:cubicBezTo>
                <a:cubicBezTo>
                  <a:pt x="7661667" y="1034695"/>
                  <a:pt x="7712318" y="1144101"/>
                  <a:pt x="7624328" y="1345544"/>
                </a:cubicBezTo>
                <a:close/>
              </a:path>
            </a:pathLst>
          </a:custGeom>
          <a:solidFill>
            <a:srgbClr val="0087CF">
              <a:alpha val="54902"/>
            </a:srgbClr>
          </a:solidFill>
          <a:ln w="3175" cap="flat">
            <a:solidFill>
              <a:srgbClr val="73BDE5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5A74B9-3ED3-944A-1197-FB2AB8CCCF76}"/>
              </a:ext>
            </a:extLst>
          </p:cNvPr>
          <p:cNvSpPr txBox="1"/>
          <p:nvPr/>
        </p:nvSpPr>
        <p:spPr>
          <a:xfrm>
            <a:off x="8193561" y="5193010"/>
            <a:ext cx="3716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335468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E2001-DA7E-33DC-4042-2A45255FC3E0}"/>
              </a:ext>
            </a:extLst>
          </p:cNvPr>
          <p:cNvSpPr txBox="1"/>
          <p:nvPr/>
        </p:nvSpPr>
        <p:spPr>
          <a:xfrm>
            <a:off x="6693567" y="5193010"/>
            <a:ext cx="67169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4" name="Рисунок 5" descr="Брушстроке">
            <a:extLst>
              <a:ext uri="{FF2B5EF4-FFF2-40B4-BE49-F238E27FC236}">
                <a16:creationId xmlns:a16="http://schemas.microsoft.com/office/drawing/2014/main" id="{8BF475EA-6166-F85F-6E8A-E13AA32F0D5F}"/>
              </a:ext>
            </a:extLst>
          </p:cNvPr>
          <p:cNvSpPr/>
          <p:nvPr/>
        </p:nvSpPr>
        <p:spPr>
          <a:xfrm>
            <a:off x="5645691" y="4570745"/>
            <a:ext cx="8812718" cy="2167859"/>
          </a:xfrm>
          <a:custGeom>
            <a:avLst/>
            <a:gdLst>
              <a:gd name="connsiteX0" fmla="*/ 7432827 w 7665111"/>
              <a:gd name="connsiteY0" fmla="*/ 1624275 h 1880445"/>
              <a:gd name="connsiteX1" fmla="*/ 7334548 w 7665111"/>
              <a:gd name="connsiteY1" fmla="*/ 1600620 h 1880445"/>
              <a:gd name="connsiteX2" fmla="*/ 5459286 w 7665111"/>
              <a:gd name="connsiteY2" fmla="*/ 1447636 h 1880445"/>
              <a:gd name="connsiteX3" fmla="*/ 3992718 w 7665111"/>
              <a:gd name="connsiteY3" fmla="*/ 1409337 h 1880445"/>
              <a:gd name="connsiteX4" fmla="*/ 3992718 w 7665111"/>
              <a:gd name="connsiteY4" fmla="*/ 1409763 h 1880445"/>
              <a:gd name="connsiteX5" fmla="*/ 7331827 w 7665111"/>
              <a:gd name="connsiteY5" fmla="*/ 1717983 h 1880445"/>
              <a:gd name="connsiteX6" fmla="*/ 7331913 w 7665111"/>
              <a:gd name="connsiteY6" fmla="*/ 1718365 h 1880445"/>
              <a:gd name="connsiteX7" fmla="*/ 6945239 w 7665111"/>
              <a:gd name="connsiteY7" fmla="*/ 1880446 h 1880445"/>
              <a:gd name="connsiteX8" fmla="*/ 5873824 w 7665111"/>
              <a:gd name="connsiteY8" fmla="*/ 1802806 h 1880445"/>
              <a:gd name="connsiteX9" fmla="*/ 5873824 w 7665111"/>
              <a:gd name="connsiteY9" fmla="*/ 1650885 h 1880445"/>
              <a:gd name="connsiteX10" fmla="*/ 2927021 w 7665111"/>
              <a:gd name="connsiteY10" fmla="*/ 1650885 h 1880445"/>
              <a:gd name="connsiteX11" fmla="*/ 2938456 w 7665111"/>
              <a:gd name="connsiteY11" fmla="*/ 1714965 h 1880445"/>
              <a:gd name="connsiteX12" fmla="*/ 2934141 w 7665111"/>
              <a:gd name="connsiteY12" fmla="*/ 1727206 h 1880445"/>
              <a:gd name="connsiteX13" fmla="*/ 2948190 w 7665111"/>
              <a:gd name="connsiteY13" fmla="*/ 1726675 h 1880445"/>
              <a:gd name="connsiteX14" fmla="*/ 5832911 w 7665111"/>
              <a:gd name="connsiteY14" fmla="*/ 1800957 h 1880445"/>
              <a:gd name="connsiteX15" fmla="*/ 5833059 w 7665111"/>
              <a:gd name="connsiteY15" fmla="*/ 1800978 h 1880445"/>
              <a:gd name="connsiteX16" fmla="*/ 1252759 w 7665111"/>
              <a:gd name="connsiteY16" fmla="*/ 1803932 h 1880445"/>
              <a:gd name="connsiteX17" fmla="*/ 984937 w 7665111"/>
              <a:gd name="connsiteY17" fmla="*/ 1803932 h 1880445"/>
              <a:gd name="connsiteX18" fmla="*/ 181642 w 7665111"/>
              <a:gd name="connsiteY18" fmla="*/ 1650906 h 1880445"/>
              <a:gd name="connsiteX19" fmla="*/ 181451 w 7665111"/>
              <a:gd name="connsiteY19" fmla="*/ 1650630 h 1880445"/>
              <a:gd name="connsiteX20" fmla="*/ 516201 w 7665111"/>
              <a:gd name="connsiteY20" fmla="*/ 1153571 h 1880445"/>
              <a:gd name="connsiteX21" fmla="*/ 516201 w 7665111"/>
              <a:gd name="connsiteY21" fmla="*/ 1000588 h 1880445"/>
              <a:gd name="connsiteX22" fmla="*/ 315245 w 7665111"/>
              <a:gd name="connsiteY22" fmla="*/ 120667 h 1880445"/>
              <a:gd name="connsiteX23" fmla="*/ 2458158 w 7665111"/>
              <a:gd name="connsiteY23" fmla="*/ 44175 h 1880445"/>
              <a:gd name="connsiteX24" fmla="*/ 4065449 w 7665111"/>
              <a:gd name="connsiteY24" fmla="*/ 44175 h 1880445"/>
              <a:gd name="connsiteX25" fmla="*/ 6342369 w 7665111"/>
              <a:gd name="connsiteY25" fmla="*/ 273693 h 1880445"/>
              <a:gd name="connsiteX26" fmla="*/ 7213209 w 7665111"/>
              <a:gd name="connsiteY26" fmla="*/ 311949 h 1880445"/>
              <a:gd name="connsiteX27" fmla="*/ 7298523 w 7665111"/>
              <a:gd name="connsiteY27" fmla="*/ 539193 h 1880445"/>
              <a:gd name="connsiteX28" fmla="*/ 5985132 w 7665111"/>
              <a:gd name="connsiteY28" fmla="*/ 504826 h 1880445"/>
              <a:gd name="connsiteX29" fmla="*/ 4417394 w 7665111"/>
              <a:gd name="connsiteY29" fmla="*/ 342448 h 1880445"/>
              <a:gd name="connsiteX30" fmla="*/ 4432612 w 7665111"/>
              <a:gd name="connsiteY30" fmla="*/ 347124 h 1880445"/>
              <a:gd name="connsiteX31" fmla="*/ 5985111 w 7665111"/>
              <a:gd name="connsiteY31" fmla="*/ 504826 h 1880445"/>
              <a:gd name="connsiteX32" fmla="*/ 7284708 w 7665111"/>
              <a:gd name="connsiteY32" fmla="*/ 612475 h 1880445"/>
              <a:gd name="connsiteX33" fmla="*/ 7280053 w 7665111"/>
              <a:gd name="connsiteY33" fmla="*/ 847540 h 1880445"/>
              <a:gd name="connsiteX34" fmla="*/ 7480903 w 7665111"/>
              <a:gd name="connsiteY34" fmla="*/ 847540 h 1880445"/>
              <a:gd name="connsiteX35" fmla="*/ 7548044 w 7665111"/>
              <a:gd name="connsiteY35" fmla="*/ 1497944 h 1880445"/>
              <a:gd name="connsiteX36" fmla="*/ 7432827 w 7665111"/>
              <a:gd name="connsiteY36" fmla="*/ 1624275 h 1880445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2934141 w 7665111"/>
              <a:gd name="connsiteY12" fmla="*/ 1727206 h 1880446"/>
              <a:gd name="connsiteX13" fmla="*/ 2948190 w 7665111"/>
              <a:gd name="connsiteY13" fmla="*/ 172667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2934141 w 7665111"/>
              <a:gd name="connsiteY12" fmla="*/ 1727206 h 1880446"/>
              <a:gd name="connsiteX13" fmla="*/ 2948190 w 7665111"/>
              <a:gd name="connsiteY13" fmla="*/ 172667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2934141 w 7665111"/>
              <a:gd name="connsiteY12" fmla="*/ 172720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2938456 w 7665111"/>
              <a:gd name="connsiteY11" fmla="*/ 171496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8145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9161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191611 w 7665111"/>
              <a:gd name="connsiteY19" fmla="*/ 165063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181642 w 7665111"/>
              <a:gd name="connsiteY18" fmla="*/ 1650906 h 1880446"/>
              <a:gd name="connsiteX19" fmla="*/ 404971 w 7665111"/>
              <a:gd name="connsiteY19" fmla="*/ 151347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633762 w 7665111"/>
              <a:gd name="connsiteY18" fmla="*/ 1666146 h 1880446"/>
              <a:gd name="connsiteX19" fmla="*/ 404971 w 7665111"/>
              <a:gd name="connsiteY19" fmla="*/ 151347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633762 w 7665111"/>
              <a:gd name="connsiteY18" fmla="*/ 166614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633762 w 7665111"/>
              <a:gd name="connsiteY18" fmla="*/ 166614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98493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100017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3196261 w 7665111"/>
              <a:gd name="connsiteY10" fmla="*/ 1650885 h 1880446"/>
              <a:gd name="connsiteX11" fmla="*/ 4101776 w 7665111"/>
              <a:gd name="connsiteY11" fmla="*/ 1618445 h 1880446"/>
              <a:gd name="connsiteX12" fmla="*/ 3904421 w 7665111"/>
              <a:gd name="connsiteY12" fmla="*/ 1732286 h 1880446"/>
              <a:gd name="connsiteX13" fmla="*/ 3781310 w 7665111"/>
              <a:gd name="connsiteY13" fmla="*/ 1721595 h 1880446"/>
              <a:gd name="connsiteX14" fmla="*/ 5832911 w 7665111"/>
              <a:gd name="connsiteY14" fmla="*/ 1800957 h 1880446"/>
              <a:gd name="connsiteX15" fmla="*/ 5833059 w 7665111"/>
              <a:gd name="connsiteY15" fmla="*/ 1800978 h 1880446"/>
              <a:gd name="connsiteX16" fmla="*/ 1252759 w 7665111"/>
              <a:gd name="connsiteY16" fmla="*/ 1803932 h 1880446"/>
              <a:gd name="connsiteX17" fmla="*/ 1000177 w 7665111"/>
              <a:gd name="connsiteY17" fmla="*/ 1803932 h 1880446"/>
              <a:gd name="connsiteX18" fmla="*/ 567722 w 7665111"/>
              <a:gd name="connsiteY18" fmla="*/ 1722026 h 1880446"/>
              <a:gd name="connsiteX19" fmla="*/ 257651 w 7665111"/>
              <a:gd name="connsiteY19" fmla="*/ 1508390 h 1880446"/>
              <a:gd name="connsiteX20" fmla="*/ 516201 w 7665111"/>
              <a:gd name="connsiteY20" fmla="*/ 1153571 h 1880446"/>
              <a:gd name="connsiteX21" fmla="*/ 516201 w 7665111"/>
              <a:gd name="connsiteY21" fmla="*/ 1000588 h 1880446"/>
              <a:gd name="connsiteX22" fmla="*/ 315245 w 7665111"/>
              <a:gd name="connsiteY22" fmla="*/ 120667 h 1880446"/>
              <a:gd name="connsiteX23" fmla="*/ 2458158 w 7665111"/>
              <a:gd name="connsiteY23" fmla="*/ 44175 h 1880446"/>
              <a:gd name="connsiteX24" fmla="*/ 4065449 w 7665111"/>
              <a:gd name="connsiteY24" fmla="*/ 44175 h 1880446"/>
              <a:gd name="connsiteX25" fmla="*/ 6342369 w 7665111"/>
              <a:gd name="connsiteY25" fmla="*/ 273693 h 1880446"/>
              <a:gd name="connsiteX26" fmla="*/ 7213209 w 7665111"/>
              <a:gd name="connsiteY26" fmla="*/ 311949 h 1880446"/>
              <a:gd name="connsiteX27" fmla="*/ 7298523 w 7665111"/>
              <a:gd name="connsiteY27" fmla="*/ 539193 h 1880446"/>
              <a:gd name="connsiteX28" fmla="*/ 5985132 w 7665111"/>
              <a:gd name="connsiteY28" fmla="*/ 504826 h 1880446"/>
              <a:gd name="connsiteX29" fmla="*/ 4417394 w 7665111"/>
              <a:gd name="connsiteY29" fmla="*/ 342448 h 1880446"/>
              <a:gd name="connsiteX30" fmla="*/ 4432612 w 7665111"/>
              <a:gd name="connsiteY30" fmla="*/ 347124 h 1880446"/>
              <a:gd name="connsiteX31" fmla="*/ 5985111 w 7665111"/>
              <a:gd name="connsiteY31" fmla="*/ 504826 h 1880446"/>
              <a:gd name="connsiteX32" fmla="*/ 7284708 w 7665111"/>
              <a:gd name="connsiteY32" fmla="*/ 612475 h 1880446"/>
              <a:gd name="connsiteX33" fmla="*/ 7280053 w 7665111"/>
              <a:gd name="connsiteY33" fmla="*/ 847540 h 1880446"/>
              <a:gd name="connsiteX34" fmla="*/ 7480903 w 7665111"/>
              <a:gd name="connsiteY34" fmla="*/ 847540 h 1880446"/>
              <a:gd name="connsiteX35" fmla="*/ 7548044 w 7665111"/>
              <a:gd name="connsiteY35" fmla="*/ 1497944 h 1880446"/>
              <a:gd name="connsiteX36" fmla="*/ 7432827 w 7665111"/>
              <a:gd name="connsiteY36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4101776 w 7665111"/>
              <a:gd name="connsiteY10" fmla="*/ 1618445 h 1880446"/>
              <a:gd name="connsiteX11" fmla="*/ 3904421 w 7665111"/>
              <a:gd name="connsiteY11" fmla="*/ 1732286 h 1880446"/>
              <a:gd name="connsiteX12" fmla="*/ 3781310 w 7665111"/>
              <a:gd name="connsiteY12" fmla="*/ 1721595 h 1880446"/>
              <a:gd name="connsiteX13" fmla="*/ 5832911 w 7665111"/>
              <a:gd name="connsiteY13" fmla="*/ 1800957 h 1880446"/>
              <a:gd name="connsiteX14" fmla="*/ 5833059 w 7665111"/>
              <a:gd name="connsiteY14" fmla="*/ 1800978 h 1880446"/>
              <a:gd name="connsiteX15" fmla="*/ 1252759 w 7665111"/>
              <a:gd name="connsiteY15" fmla="*/ 1803932 h 1880446"/>
              <a:gd name="connsiteX16" fmla="*/ 1000177 w 7665111"/>
              <a:gd name="connsiteY16" fmla="*/ 1803932 h 1880446"/>
              <a:gd name="connsiteX17" fmla="*/ 567722 w 7665111"/>
              <a:gd name="connsiteY17" fmla="*/ 1722026 h 1880446"/>
              <a:gd name="connsiteX18" fmla="*/ 257651 w 7665111"/>
              <a:gd name="connsiteY18" fmla="*/ 1508390 h 1880446"/>
              <a:gd name="connsiteX19" fmla="*/ 516201 w 7665111"/>
              <a:gd name="connsiteY19" fmla="*/ 1153571 h 1880446"/>
              <a:gd name="connsiteX20" fmla="*/ 516201 w 7665111"/>
              <a:gd name="connsiteY20" fmla="*/ 1000588 h 1880446"/>
              <a:gd name="connsiteX21" fmla="*/ 315245 w 7665111"/>
              <a:gd name="connsiteY21" fmla="*/ 120667 h 1880446"/>
              <a:gd name="connsiteX22" fmla="*/ 2458158 w 7665111"/>
              <a:gd name="connsiteY22" fmla="*/ 44175 h 1880446"/>
              <a:gd name="connsiteX23" fmla="*/ 4065449 w 7665111"/>
              <a:gd name="connsiteY23" fmla="*/ 44175 h 1880446"/>
              <a:gd name="connsiteX24" fmla="*/ 6342369 w 7665111"/>
              <a:gd name="connsiteY24" fmla="*/ 273693 h 1880446"/>
              <a:gd name="connsiteX25" fmla="*/ 7213209 w 7665111"/>
              <a:gd name="connsiteY25" fmla="*/ 311949 h 1880446"/>
              <a:gd name="connsiteX26" fmla="*/ 7298523 w 7665111"/>
              <a:gd name="connsiteY26" fmla="*/ 539193 h 1880446"/>
              <a:gd name="connsiteX27" fmla="*/ 5985132 w 7665111"/>
              <a:gd name="connsiteY27" fmla="*/ 504826 h 1880446"/>
              <a:gd name="connsiteX28" fmla="*/ 4417394 w 7665111"/>
              <a:gd name="connsiteY28" fmla="*/ 342448 h 1880446"/>
              <a:gd name="connsiteX29" fmla="*/ 4432612 w 7665111"/>
              <a:gd name="connsiteY29" fmla="*/ 347124 h 1880446"/>
              <a:gd name="connsiteX30" fmla="*/ 5985111 w 7665111"/>
              <a:gd name="connsiteY30" fmla="*/ 504826 h 1880446"/>
              <a:gd name="connsiteX31" fmla="*/ 7284708 w 7665111"/>
              <a:gd name="connsiteY31" fmla="*/ 612475 h 1880446"/>
              <a:gd name="connsiteX32" fmla="*/ 7280053 w 7665111"/>
              <a:gd name="connsiteY32" fmla="*/ 847540 h 1880446"/>
              <a:gd name="connsiteX33" fmla="*/ 7480903 w 7665111"/>
              <a:gd name="connsiteY33" fmla="*/ 847540 h 1880446"/>
              <a:gd name="connsiteX34" fmla="*/ 7548044 w 7665111"/>
              <a:gd name="connsiteY34" fmla="*/ 1497944 h 1880446"/>
              <a:gd name="connsiteX35" fmla="*/ 7432827 w 7665111"/>
              <a:gd name="connsiteY35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4101776 w 7665111"/>
              <a:gd name="connsiteY10" fmla="*/ 1618445 h 1880446"/>
              <a:gd name="connsiteX11" fmla="*/ 3904421 w 7665111"/>
              <a:gd name="connsiteY11" fmla="*/ 1732286 h 1880446"/>
              <a:gd name="connsiteX12" fmla="*/ 5832911 w 7665111"/>
              <a:gd name="connsiteY12" fmla="*/ 1800957 h 1880446"/>
              <a:gd name="connsiteX13" fmla="*/ 5833059 w 7665111"/>
              <a:gd name="connsiteY13" fmla="*/ 1800978 h 1880446"/>
              <a:gd name="connsiteX14" fmla="*/ 1252759 w 7665111"/>
              <a:gd name="connsiteY14" fmla="*/ 1803932 h 1880446"/>
              <a:gd name="connsiteX15" fmla="*/ 1000177 w 7665111"/>
              <a:gd name="connsiteY15" fmla="*/ 1803932 h 1880446"/>
              <a:gd name="connsiteX16" fmla="*/ 567722 w 7665111"/>
              <a:gd name="connsiteY16" fmla="*/ 1722026 h 1880446"/>
              <a:gd name="connsiteX17" fmla="*/ 257651 w 7665111"/>
              <a:gd name="connsiteY17" fmla="*/ 1508390 h 1880446"/>
              <a:gd name="connsiteX18" fmla="*/ 516201 w 7665111"/>
              <a:gd name="connsiteY18" fmla="*/ 1153571 h 1880446"/>
              <a:gd name="connsiteX19" fmla="*/ 516201 w 7665111"/>
              <a:gd name="connsiteY19" fmla="*/ 1000588 h 1880446"/>
              <a:gd name="connsiteX20" fmla="*/ 315245 w 7665111"/>
              <a:gd name="connsiteY20" fmla="*/ 120667 h 1880446"/>
              <a:gd name="connsiteX21" fmla="*/ 2458158 w 7665111"/>
              <a:gd name="connsiteY21" fmla="*/ 44175 h 1880446"/>
              <a:gd name="connsiteX22" fmla="*/ 4065449 w 7665111"/>
              <a:gd name="connsiteY22" fmla="*/ 44175 h 1880446"/>
              <a:gd name="connsiteX23" fmla="*/ 6342369 w 7665111"/>
              <a:gd name="connsiteY23" fmla="*/ 273693 h 1880446"/>
              <a:gd name="connsiteX24" fmla="*/ 7213209 w 7665111"/>
              <a:gd name="connsiteY24" fmla="*/ 311949 h 1880446"/>
              <a:gd name="connsiteX25" fmla="*/ 7298523 w 7665111"/>
              <a:gd name="connsiteY25" fmla="*/ 539193 h 1880446"/>
              <a:gd name="connsiteX26" fmla="*/ 5985132 w 7665111"/>
              <a:gd name="connsiteY26" fmla="*/ 504826 h 1880446"/>
              <a:gd name="connsiteX27" fmla="*/ 4417394 w 7665111"/>
              <a:gd name="connsiteY27" fmla="*/ 342448 h 1880446"/>
              <a:gd name="connsiteX28" fmla="*/ 4432612 w 7665111"/>
              <a:gd name="connsiteY28" fmla="*/ 347124 h 1880446"/>
              <a:gd name="connsiteX29" fmla="*/ 5985111 w 7665111"/>
              <a:gd name="connsiteY29" fmla="*/ 504826 h 1880446"/>
              <a:gd name="connsiteX30" fmla="*/ 7284708 w 7665111"/>
              <a:gd name="connsiteY30" fmla="*/ 612475 h 1880446"/>
              <a:gd name="connsiteX31" fmla="*/ 7280053 w 7665111"/>
              <a:gd name="connsiteY31" fmla="*/ 847540 h 1880446"/>
              <a:gd name="connsiteX32" fmla="*/ 7480903 w 7665111"/>
              <a:gd name="connsiteY32" fmla="*/ 847540 h 1880446"/>
              <a:gd name="connsiteX33" fmla="*/ 7548044 w 7665111"/>
              <a:gd name="connsiteY33" fmla="*/ 1497944 h 1880446"/>
              <a:gd name="connsiteX34" fmla="*/ 7432827 w 7665111"/>
              <a:gd name="connsiteY34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4101776 w 7665111"/>
              <a:gd name="connsiteY10" fmla="*/ 1618445 h 1880446"/>
              <a:gd name="connsiteX11" fmla="*/ 5832911 w 7665111"/>
              <a:gd name="connsiteY11" fmla="*/ 1800957 h 1880446"/>
              <a:gd name="connsiteX12" fmla="*/ 5833059 w 7665111"/>
              <a:gd name="connsiteY12" fmla="*/ 1800978 h 1880446"/>
              <a:gd name="connsiteX13" fmla="*/ 1252759 w 7665111"/>
              <a:gd name="connsiteY13" fmla="*/ 1803932 h 1880446"/>
              <a:gd name="connsiteX14" fmla="*/ 1000177 w 7665111"/>
              <a:gd name="connsiteY14" fmla="*/ 1803932 h 1880446"/>
              <a:gd name="connsiteX15" fmla="*/ 567722 w 7665111"/>
              <a:gd name="connsiteY15" fmla="*/ 1722026 h 1880446"/>
              <a:gd name="connsiteX16" fmla="*/ 257651 w 7665111"/>
              <a:gd name="connsiteY16" fmla="*/ 1508390 h 1880446"/>
              <a:gd name="connsiteX17" fmla="*/ 516201 w 7665111"/>
              <a:gd name="connsiteY17" fmla="*/ 1153571 h 1880446"/>
              <a:gd name="connsiteX18" fmla="*/ 516201 w 7665111"/>
              <a:gd name="connsiteY18" fmla="*/ 1000588 h 1880446"/>
              <a:gd name="connsiteX19" fmla="*/ 315245 w 7665111"/>
              <a:gd name="connsiteY19" fmla="*/ 120667 h 1880446"/>
              <a:gd name="connsiteX20" fmla="*/ 2458158 w 7665111"/>
              <a:gd name="connsiteY20" fmla="*/ 44175 h 1880446"/>
              <a:gd name="connsiteX21" fmla="*/ 4065449 w 7665111"/>
              <a:gd name="connsiteY21" fmla="*/ 44175 h 1880446"/>
              <a:gd name="connsiteX22" fmla="*/ 6342369 w 7665111"/>
              <a:gd name="connsiteY22" fmla="*/ 273693 h 1880446"/>
              <a:gd name="connsiteX23" fmla="*/ 7213209 w 7665111"/>
              <a:gd name="connsiteY23" fmla="*/ 311949 h 1880446"/>
              <a:gd name="connsiteX24" fmla="*/ 7298523 w 7665111"/>
              <a:gd name="connsiteY24" fmla="*/ 539193 h 1880446"/>
              <a:gd name="connsiteX25" fmla="*/ 5985132 w 7665111"/>
              <a:gd name="connsiteY25" fmla="*/ 504826 h 1880446"/>
              <a:gd name="connsiteX26" fmla="*/ 4417394 w 7665111"/>
              <a:gd name="connsiteY26" fmla="*/ 342448 h 1880446"/>
              <a:gd name="connsiteX27" fmla="*/ 4432612 w 7665111"/>
              <a:gd name="connsiteY27" fmla="*/ 347124 h 1880446"/>
              <a:gd name="connsiteX28" fmla="*/ 5985111 w 7665111"/>
              <a:gd name="connsiteY28" fmla="*/ 504826 h 1880446"/>
              <a:gd name="connsiteX29" fmla="*/ 7284708 w 7665111"/>
              <a:gd name="connsiteY29" fmla="*/ 612475 h 1880446"/>
              <a:gd name="connsiteX30" fmla="*/ 7280053 w 7665111"/>
              <a:gd name="connsiteY30" fmla="*/ 847540 h 1880446"/>
              <a:gd name="connsiteX31" fmla="*/ 7480903 w 7665111"/>
              <a:gd name="connsiteY31" fmla="*/ 847540 h 1880446"/>
              <a:gd name="connsiteX32" fmla="*/ 7548044 w 7665111"/>
              <a:gd name="connsiteY32" fmla="*/ 1497944 h 1880446"/>
              <a:gd name="connsiteX33" fmla="*/ 7432827 w 7665111"/>
              <a:gd name="connsiteY33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73824 w 7665111"/>
              <a:gd name="connsiteY9" fmla="*/ 1650885 h 1880446"/>
              <a:gd name="connsiteX10" fmla="*/ 5832911 w 7665111"/>
              <a:gd name="connsiteY10" fmla="*/ 1800957 h 1880446"/>
              <a:gd name="connsiteX11" fmla="*/ 5833059 w 7665111"/>
              <a:gd name="connsiteY11" fmla="*/ 1800978 h 1880446"/>
              <a:gd name="connsiteX12" fmla="*/ 1252759 w 7665111"/>
              <a:gd name="connsiteY12" fmla="*/ 1803932 h 1880446"/>
              <a:gd name="connsiteX13" fmla="*/ 1000177 w 7665111"/>
              <a:gd name="connsiteY13" fmla="*/ 1803932 h 1880446"/>
              <a:gd name="connsiteX14" fmla="*/ 567722 w 7665111"/>
              <a:gd name="connsiteY14" fmla="*/ 1722026 h 1880446"/>
              <a:gd name="connsiteX15" fmla="*/ 257651 w 7665111"/>
              <a:gd name="connsiteY15" fmla="*/ 1508390 h 1880446"/>
              <a:gd name="connsiteX16" fmla="*/ 516201 w 7665111"/>
              <a:gd name="connsiteY16" fmla="*/ 1153571 h 1880446"/>
              <a:gd name="connsiteX17" fmla="*/ 516201 w 7665111"/>
              <a:gd name="connsiteY17" fmla="*/ 1000588 h 1880446"/>
              <a:gd name="connsiteX18" fmla="*/ 315245 w 7665111"/>
              <a:gd name="connsiteY18" fmla="*/ 120667 h 1880446"/>
              <a:gd name="connsiteX19" fmla="*/ 2458158 w 7665111"/>
              <a:gd name="connsiteY19" fmla="*/ 44175 h 1880446"/>
              <a:gd name="connsiteX20" fmla="*/ 4065449 w 7665111"/>
              <a:gd name="connsiteY20" fmla="*/ 44175 h 1880446"/>
              <a:gd name="connsiteX21" fmla="*/ 6342369 w 7665111"/>
              <a:gd name="connsiteY21" fmla="*/ 273693 h 1880446"/>
              <a:gd name="connsiteX22" fmla="*/ 7213209 w 7665111"/>
              <a:gd name="connsiteY22" fmla="*/ 311949 h 1880446"/>
              <a:gd name="connsiteX23" fmla="*/ 7298523 w 7665111"/>
              <a:gd name="connsiteY23" fmla="*/ 539193 h 1880446"/>
              <a:gd name="connsiteX24" fmla="*/ 5985132 w 7665111"/>
              <a:gd name="connsiteY24" fmla="*/ 504826 h 1880446"/>
              <a:gd name="connsiteX25" fmla="*/ 4417394 w 7665111"/>
              <a:gd name="connsiteY25" fmla="*/ 342448 h 1880446"/>
              <a:gd name="connsiteX26" fmla="*/ 4432612 w 7665111"/>
              <a:gd name="connsiteY26" fmla="*/ 347124 h 1880446"/>
              <a:gd name="connsiteX27" fmla="*/ 5985111 w 7665111"/>
              <a:gd name="connsiteY27" fmla="*/ 504826 h 1880446"/>
              <a:gd name="connsiteX28" fmla="*/ 7284708 w 7665111"/>
              <a:gd name="connsiteY28" fmla="*/ 612475 h 1880446"/>
              <a:gd name="connsiteX29" fmla="*/ 7280053 w 7665111"/>
              <a:gd name="connsiteY29" fmla="*/ 847540 h 1880446"/>
              <a:gd name="connsiteX30" fmla="*/ 7480903 w 7665111"/>
              <a:gd name="connsiteY30" fmla="*/ 847540 h 1880446"/>
              <a:gd name="connsiteX31" fmla="*/ 7548044 w 7665111"/>
              <a:gd name="connsiteY31" fmla="*/ 1497944 h 1880446"/>
              <a:gd name="connsiteX32" fmla="*/ 7432827 w 7665111"/>
              <a:gd name="connsiteY32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5833059 w 7665111"/>
              <a:gd name="connsiteY10" fmla="*/ 18009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4509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516201 w 7665111"/>
              <a:gd name="connsiteY15" fmla="*/ 11535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384121 w 7665111"/>
              <a:gd name="connsiteY15" fmla="*/ 12043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32827 w 7665111"/>
              <a:gd name="connsiteY0" fmla="*/ 1624275 h 1880446"/>
              <a:gd name="connsiteX1" fmla="*/ 7334548 w 7665111"/>
              <a:gd name="connsiteY1" fmla="*/ 1600620 h 1880446"/>
              <a:gd name="connsiteX2" fmla="*/ 5459286 w 7665111"/>
              <a:gd name="connsiteY2" fmla="*/ 1447636 h 1880446"/>
              <a:gd name="connsiteX3" fmla="*/ 3992718 w 7665111"/>
              <a:gd name="connsiteY3" fmla="*/ 1409337 h 1880446"/>
              <a:gd name="connsiteX4" fmla="*/ 3992718 w 7665111"/>
              <a:gd name="connsiteY4" fmla="*/ 1409763 h 1880446"/>
              <a:gd name="connsiteX5" fmla="*/ 7331827 w 7665111"/>
              <a:gd name="connsiteY5" fmla="*/ 1717983 h 1880446"/>
              <a:gd name="connsiteX6" fmla="*/ 7331913 w 7665111"/>
              <a:gd name="connsiteY6" fmla="*/ 1718365 h 1880446"/>
              <a:gd name="connsiteX7" fmla="*/ 6945239 w 7665111"/>
              <a:gd name="connsiteY7" fmla="*/ 1880446 h 1880446"/>
              <a:gd name="connsiteX8" fmla="*/ 5873824 w 7665111"/>
              <a:gd name="connsiteY8" fmla="*/ 1802806 h 1880446"/>
              <a:gd name="connsiteX9" fmla="*/ 5832911 w 7665111"/>
              <a:gd name="connsiteY9" fmla="*/ 1800957 h 1880446"/>
              <a:gd name="connsiteX10" fmla="*/ 3668979 w 7665111"/>
              <a:gd name="connsiteY10" fmla="*/ 1775578 h 1880446"/>
              <a:gd name="connsiteX11" fmla="*/ 1252759 w 7665111"/>
              <a:gd name="connsiteY11" fmla="*/ 1803932 h 1880446"/>
              <a:gd name="connsiteX12" fmla="*/ 1000177 w 7665111"/>
              <a:gd name="connsiteY12" fmla="*/ 1803932 h 1880446"/>
              <a:gd name="connsiteX13" fmla="*/ 567722 w 7665111"/>
              <a:gd name="connsiteY13" fmla="*/ 1722026 h 1880446"/>
              <a:gd name="connsiteX14" fmla="*/ 257651 w 7665111"/>
              <a:gd name="connsiteY14" fmla="*/ 1508390 h 1880446"/>
              <a:gd name="connsiteX15" fmla="*/ 384121 w 7665111"/>
              <a:gd name="connsiteY15" fmla="*/ 1204371 h 1880446"/>
              <a:gd name="connsiteX16" fmla="*/ 516201 w 7665111"/>
              <a:gd name="connsiteY16" fmla="*/ 1000588 h 1880446"/>
              <a:gd name="connsiteX17" fmla="*/ 315245 w 7665111"/>
              <a:gd name="connsiteY17" fmla="*/ 120667 h 1880446"/>
              <a:gd name="connsiteX18" fmla="*/ 2458158 w 7665111"/>
              <a:gd name="connsiteY18" fmla="*/ 44175 h 1880446"/>
              <a:gd name="connsiteX19" fmla="*/ 4065449 w 7665111"/>
              <a:gd name="connsiteY19" fmla="*/ 44175 h 1880446"/>
              <a:gd name="connsiteX20" fmla="*/ 6342369 w 7665111"/>
              <a:gd name="connsiteY20" fmla="*/ 273693 h 1880446"/>
              <a:gd name="connsiteX21" fmla="*/ 7213209 w 7665111"/>
              <a:gd name="connsiteY21" fmla="*/ 311949 h 1880446"/>
              <a:gd name="connsiteX22" fmla="*/ 7298523 w 7665111"/>
              <a:gd name="connsiteY22" fmla="*/ 539193 h 1880446"/>
              <a:gd name="connsiteX23" fmla="*/ 5985132 w 7665111"/>
              <a:gd name="connsiteY23" fmla="*/ 504826 h 1880446"/>
              <a:gd name="connsiteX24" fmla="*/ 4417394 w 7665111"/>
              <a:gd name="connsiteY24" fmla="*/ 342448 h 1880446"/>
              <a:gd name="connsiteX25" fmla="*/ 4432612 w 7665111"/>
              <a:gd name="connsiteY25" fmla="*/ 347124 h 1880446"/>
              <a:gd name="connsiteX26" fmla="*/ 5985111 w 7665111"/>
              <a:gd name="connsiteY26" fmla="*/ 504826 h 1880446"/>
              <a:gd name="connsiteX27" fmla="*/ 7284708 w 7665111"/>
              <a:gd name="connsiteY27" fmla="*/ 612475 h 1880446"/>
              <a:gd name="connsiteX28" fmla="*/ 7280053 w 7665111"/>
              <a:gd name="connsiteY28" fmla="*/ 847540 h 1880446"/>
              <a:gd name="connsiteX29" fmla="*/ 7480903 w 7665111"/>
              <a:gd name="connsiteY29" fmla="*/ 847540 h 1880446"/>
              <a:gd name="connsiteX30" fmla="*/ 7548044 w 7665111"/>
              <a:gd name="connsiteY30" fmla="*/ 1497944 h 1880446"/>
              <a:gd name="connsiteX31" fmla="*/ 7432827 w 7665111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5885252 w 7676539"/>
              <a:gd name="connsiteY8" fmla="*/ 1802806 h 1880446"/>
              <a:gd name="connsiteX9" fmla="*/ 5844339 w 7676539"/>
              <a:gd name="connsiteY9" fmla="*/ 180095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5885252 w 7676539"/>
              <a:gd name="connsiteY8" fmla="*/ 1802806 h 1880446"/>
              <a:gd name="connsiteX9" fmla="*/ 5844339 w 7676539"/>
              <a:gd name="connsiteY9" fmla="*/ 180095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5885252 w 7676539"/>
              <a:gd name="connsiteY8" fmla="*/ 1802806 h 1880446"/>
              <a:gd name="connsiteX9" fmla="*/ 4955339 w 7676539"/>
              <a:gd name="connsiteY9" fmla="*/ 179587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4004146 w 7676539"/>
              <a:gd name="connsiteY4" fmla="*/ 1409763 h 1880446"/>
              <a:gd name="connsiteX5" fmla="*/ 7343255 w 7676539"/>
              <a:gd name="connsiteY5" fmla="*/ 1717983 h 1880446"/>
              <a:gd name="connsiteX6" fmla="*/ 7343341 w 7676539"/>
              <a:gd name="connsiteY6" fmla="*/ 1718365 h 1880446"/>
              <a:gd name="connsiteX7" fmla="*/ 6956667 w 7676539"/>
              <a:gd name="connsiteY7" fmla="*/ 1880446 h 1880446"/>
              <a:gd name="connsiteX8" fmla="*/ 6002092 w 7676539"/>
              <a:gd name="connsiteY8" fmla="*/ 1802806 h 1880446"/>
              <a:gd name="connsiteX9" fmla="*/ 4955339 w 7676539"/>
              <a:gd name="connsiteY9" fmla="*/ 1795877 h 1880446"/>
              <a:gd name="connsiteX10" fmla="*/ 3680407 w 7676539"/>
              <a:gd name="connsiteY10" fmla="*/ 1775578 h 1880446"/>
              <a:gd name="connsiteX11" fmla="*/ 1264187 w 7676539"/>
              <a:gd name="connsiteY11" fmla="*/ 1803932 h 1880446"/>
              <a:gd name="connsiteX12" fmla="*/ 1011605 w 7676539"/>
              <a:gd name="connsiteY12" fmla="*/ 1803932 h 1880446"/>
              <a:gd name="connsiteX13" fmla="*/ 579150 w 7676539"/>
              <a:gd name="connsiteY13" fmla="*/ 1722026 h 1880446"/>
              <a:gd name="connsiteX14" fmla="*/ 269079 w 7676539"/>
              <a:gd name="connsiteY14" fmla="*/ 1508390 h 1880446"/>
              <a:gd name="connsiteX15" fmla="*/ 395549 w 7676539"/>
              <a:gd name="connsiteY15" fmla="*/ 1204371 h 1880446"/>
              <a:gd name="connsiteX16" fmla="*/ 497149 w 7676539"/>
              <a:gd name="connsiteY16" fmla="*/ 949788 h 1880446"/>
              <a:gd name="connsiteX17" fmla="*/ 326673 w 7676539"/>
              <a:gd name="connsiteY17" fmla="*/ 120667 h 1880446"/>
              <a:gd name="connsiteX18" fmla="*/ 2469586 w 7676539"/>
              <a:gd name="connsiteY18" fmla="*/ 44175 h 1880446"/>
              <a:gd name="connsiteX19" fmla="*/ 4076877 w 7676539"/>
              <a:gd name="connsiteY19" fmla="*/ 44175 h 1880446"/>
              <a:gd name="connsiteX20" fmla="*/ 6353797 w 7676539"/>
              <a:gd name="connsiteY20" fmla="*/ 273693 h 1880446"/>
              <a:gd name="connsiteX21" fmla="*/ 7224637 w 7676539"/>
              <a:gd name="connsiteY21" fmla="*/ 311949 h 1880446"/>
              <a:gd name="connsiteX22" fmla="*/ 7309951 w 7676539"/>
              <a:gd name="connsiteY22" fmla="*/ 539193 h 1880446"/>
              <a:gd name="connsiteX23" fmla="*/ 5996560 w 7676539"/>
              <a:gd name="connsiteY23" fmla="*/ 504826 h 1880446"/>
              <a:gd name="connsiteX24" fmla="*/ 4428822 w 7676539"/>
              <a:gd name="connsiteY24" fmla="*/ 342448 h 1880446"/>
              <a:gd name="connsiteX25" fmla="*/ 4444040 w 7676539"/>
              <a:gd name="connsiteY25" fmla="*/ 347124 h 1880446"/>
              <a:gd name="connsiteX26" fmla="*/ 5996539 w 7676539"/>
              <a:gd name="connsiteY26" fmla="*/ 504826 h 1880446"/>
              <a:gd name="connsiteX27" fmla="*/ 7296136 w 7676539"/>
              <a:gd name="connsiteY27" fmla="*/ 612475 h 1880446"/>
              <a:gd name="connsiteX28" fmla="*/ 7291481 w 7676539"/>
              <a:gd name="connsiteY28" fmla="*/ 847540 h 1880446"/>
              <a:gd name="connsiteX29" fmla="*/ 7492331 w 7676539"/>
              <a:gd name="connsiteY29" fmla="*/ 847540 h 1880446"/>
              <a:gd name="connsiteX30" fmla="*/ 7559472 w 7676539"/>
              <a:gd name="connsiteY30" fmla="*/ 1497944 h 1880446"/>
              <a:gd name="connsiteX31" fmla="*/ 7444255 w 7676539"/>
              <a:gd name="connsiteY31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5470714 w 7676539"/>
              <a:gd name="connsiteY2" fmla="*/ 1447636 h 1880446"/>
              <a:gd name="connsiteX3" fmla="*/ 4004146 w 7676539"/>
              <a:gd name="connsiteY3" fmla="*/ 1409337 h 1880446"/>
              <a:gd name="connsiteX4" fmla="*/ 7343255 w 7676539"/>
              <a:gd name="connsiteY4" fmla="*/ 1717983 h 1880446"/>
              <a:gd name="connsiteX5" fmla="*/ 7343341 w 7676539"/>
              <a:gd name="connsiteY5" fmla="*/ 1718365 h 1880446"/>
              <a:gd name="connsiteX6" fmla="*/ 6956667 w 7676539"/>
              <a:gd name="connsiteY6" fmla="*/ 1880446 h 1880446"/>
              <a:gd name="connsiteX7" fmla="*/ 6002092 w 7676539"/>
              <a:gd name="connsiteY7" fmla="*/ 1802806 h 1880446"/>
              <a:gd name="connsiteX8" fmla="*/ 4955339 w 7676539"/>
              <a:gd name="connsiteY8" fmla="*/ 1795877 h 1880446"/>
              <a:gd name="connsiteX9" fmla="*/ 3680407 w 7676539"/>
              <a:gd name="connsiteY9" fmla="*/ 1775578 h 1880446"/>
              <a:gd name="connsiteX10" fmla="*/ 1264187 w 7676539"/>
              <a:gd name="connsiteY10" fmla="*/ 1803932 h 1880446"/>
              <a:gd name="connsiteX11" fmla="*/ 1011605 w 7676539"/>
              <a:gd name="connsiteY11" fmla="*/ 1803932 h 1880446"/>
              <a:gd name="connsiteX12" fmla="*/ 579150 w 7676539"/>
              <a:gd name="connsiteY12" fmla="*/ 1722026 h 1880446"/>
              <a:gd name="connsiteX13" fmla="*/ 269079 w 7676539"/>
              <a:gd name="connsiteY13" fmla="*/ 1508390 h 1880446"/>
              <a:gd name="connsiteX14" fmla="*/ 395549 w 7676539"/>
              <a:gd name="connsiteY14" fmla="*/ 1204371 h 1880446"/>
              <a:gd name="connsiteX15" fmla="*/ 497149 w 7676539"/>
              <a:gd name="connsiteY15" fmla="*/ 949788 h 1880446"/>
              <a:gd name="connsiteX16" fmla="*/ 326673 w 7676539"/>
              <a:gd name="connsiteY16" fmla="*/ 120667 h 1880446"/>
              <a:gd name="connsiteX17" fmla="*/ 2469586 w 7676539"/>
              <a:gd name="connsiteY17" fmla="*/ 44175 h 1880446"/>
              <a:gd name="connsiteX18" fmla="*/ 4076877 w 7676539"/>
              <a:gd name="connsiteY18" fmla="*/ 44175 h 1880446"/>
              <a:gd name="connsiteX19" fmla="*/ 6353797 w 7676539"/>
              <a:gd name="connsiteY19" fmla="*/ 273693 h 1880446"/>
              <a:gd name="connsiteX20" fmla="*/ 7224637 w 7676539"/>
              <a:gd name="connsiteY20" fmla="*/ 311949 h 1880446"/>
              <a:gd name="connsiteX21" fmla="*/ 7309951 w 7676539"/>
              <a:gd name="connsiteY21" fmla="*/ 539193 h 1880446"/>
              <a:gd name="connsiteX22" fmla="*/ 5996560 w 7676539"/>
              <a:gd name="connsiteY22" fmla="*/ 504826 h 1880446"/>
              <a:gd name="connsiteX23" fmla="*/ 4428822 w 7676539"/>
              <a:gd name="connsiteY23" fmla="*/ 342448 h 1880446"/>
              <a:gd name="connsiteX24" fmla="*/ 4444040 w 7676539"/>
              <a:gd name="connsiteY24" fmla="*/ 347124 h 1880446"/>
              <a:gd name="connsiteX25" fmla="*/ 5996539 w 7676539"/>
              <a:gd name="connsiteY25" fmla="*/ 504826 h 1880446"/>
              <a:gd name="connsiteX26" fmla="*/ 7296136 w 7676539"/>
              <a:gd name="connsiteY26" fmla="*/ 612475 h 1880446"/>
              <a:gd name="connsiteX27" fmla="*/ 7291481 w 7676539"/>
              <a:gd name="connsiteY27" fmla="*/ 847540 h 1880446"/>
              <a:gd name="connsiteX28" fmla="*/ 7492331 w 7676539"/>
              <a:gd name="connsiteY28" fmla="*/ 847540 h 1880446"/>
              <a:gd name="connsiteX29" fmla="*/ 7559472 w 7676539"/>
              <a:gd name="connsiteY29" fmla="*/ 1497944 h 1880446"/>
              <a:gd name="connsiteX30" fmla="*/ 7444255 w 7676539"/>
              <a:gd name="connsiteY30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4004146 w 7676539"/>
              <a:gd name="connsiteY2" fmla="*/ 1409337 h 1880446"/>
              <a:gd name="connsiteX3" fmla="*/ 7343255 w 7676539"/>
              <a:gd name="connsiteY3" fmla="*/ 1717983 h 1880446"/>
              <a:gd name="connsiteX4" fmla="*/ 7343341 w 7676539"/>
              <a:gd name="connsiteY4" fmla="*/ 1718365 h 1880446"/>
              <a:gd name="connsiteX5" fmla="*/ 6956667 w 7676539"/>
              <a:gd name="connsiteY5" fmla="*/ 1880446 h 1880446"/>
              <a:gd name="connsiteX6" fmla="*/ 6002092 w 7676539"/>
              <a:gd name="connsiteY6" fmla="*/ 1802806 h 1880446"/>
              <a:gd name="connsiteX7" fmla="*/ 4955339 w 7676539"/>
              <a:gd name="connsiteY7" fmla="*/ 1795877 h 1880446"/>
              <a:gd name="connsiteX8" fmla="*/ 3680407 w 7676539"/>
              <a:gd name="connsiteY8" fmla="*/ 1775578 h 1880446"/>
              <a:gd name="connsiteX9" fmla="*/ 1264187 w 7676539"/>
              <a:gd name="connsiteY9" fmla="*/ 1803932 h 1880446"/>
              <a:gd name="connsiteX10" fmla="*/ 1011605 w 7676539"/>
              <a:gd name="connsiteY10" fmla="*/ 1803932 h 1880446"/>
              <a:gd name="connsiteX11" fmla="*/ 579150 w 7676539"/>
              <a:gd name="connsiteY11" fmla="*/ 1722026 h 1880446"/>
              <a:gd name="connsiteX12" fmla="*/ 269079 w 7676539"/>
              <a:gd name="connsiteY12" fmla="*/ 1508390 h 1880446"/>
              <a:gd name="connsiteX13" fmla="*/ 395549 w 7676539"/>
              <a:gd name="connsiteY13" fmla="*/ 1204371 h 1880446"/>
              <a:gd name="connsiteX14" fmla="*/ 497149 w 7676539"/>
              <a:gd name="connsiteY14" fmla="*/ 949788 h 1880446"/>
              <a:gd name="connsiteX15" fmla="*/ 326673 w 7676539"/>
              <a:gd name="connsiteY15" fmla="*/ 120667 h 1880446"/>
              <a:gd name="connsiteX16" fmla="*/ 2469586 w 7676539"/>
              <a:gd name="connsiteY16" fmla="*/ 44175 h 1880446"/>
              <a:gd name="connsiteX17" fmla="*/ 4076877 w 7676539"/>
              <a:gd name="connsiteY17" fmla="*/ 44175 h 1880446"/>
              <a:gd name="connsiteX18" fmla="*/ 6353797 w 7676539"/>
              <a:gd name="connsiteY18" fmla="*/ 273693 h 1880446"/>
              <a:gd name="connsiteX19" fmla="*/ 7224637 w 7676539"/>
              <a:gd name="connsiteY19" fmla="*/ 311949 h 1880446"/>
              <a:gd name="connsiteX20" fmla="*/ 7309951 w 7676539"/>
              <a:gd name="connsiteY20" fmla="*/ 539193 h 1880446"/>
              <a:gd name="connsiteX21" fmla="*/ 5996560 w 7676539"/>
              <a:gd name="connsiteY21" fmla="*/ 504826 h 1880446"/>
              <a:gd name="connsiteX22" fmla="*/ 4428822 w 7676539"/>
              <a:gd name="connsiteY22" fmla="*/ 342448 h 1880446"/>
              <a:gd name="connsiteX23" fmla="*/ 4444040 w 7676539"/>
              <a:gd name="connsiteY23" fmla="*/ 347124 h 1880446"/>
              <a:gd name="connsiteX24" fmla="*/ 5996539 w 7676539"/>
              <a:gd name="connsiteY24" fmla="*/ 504826 h 1880446"/>
              <a:gd name="connsiteX25" fmla="*/ 7296136 w 7676539"/>
              <a:gd name="connsiteY25" fmla="*/ 612475 h 1880446"/>
              <a:gd name="connsiteX26" fmla="*/ 7291481 w 7676539"/>
              <a:gd name="connsiteY26" fmla="*/ 847540 h 1880446"/>
              <a:gd name="connsiteX27" fmla="*/ 7492331 w 7676539"/>
              <a:gd name="connsiteY27" fmla="*/ 847540 h 1880446"/>
              <a:gd name="connsiteX28" fmla="*/ 7559472 w 7676539"/>
              <a:gd name="connsiteY28" fmla="*/ 1497944 h 1880446"/>
              <a:gd name="connsiteX29" fmla="*/ 7444255 w 7676539"/>
              <a:gd name="connsiteY29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7382346 w 7676539"/>
              <a:gd name="connsiteY2" fmla="*/ 1673497 h 1880446"/>
              <a:gd name="connsiteX3" fmla="*/ 7343255 w 7676539"/>
              <a:gd name="connsiteY3" fmla="*/ 1717983 h 1880446"/>
              <a:gd name="connsiteX4" fmla="*/ 7343341 w 7676539"/>
              <a:gd name="connsiteY4" fmla="*/ 1718365 h 1880446"/>
              <a:gd name="connsiteX5" fmla="*/ 6956667 w 7676539"/>
              <a:gd name="connsiteY5" fmla="*/ 1880446 h 1880446"/>
              <a:gd name="connsiteX6" fmla="*/ 6002092 w 7676539"/>
              <a:gd name="connsiteY6" fmla="*/ 1802806 h 1880446"/>
              <a:gd name="connsiteX7" fmla="*/ 4955339 w 7676539"/>
              <a:gd name="connsiteY7" fmla="*/ 1795877 h 1880446"/>
              <a:gd name="connsiteX8" fmla="*/ 3680407 w 7676539"/>
              <a:gd name="connsiteY8" fmla="*/ 1775578 h 1880446"/>
              <a:gd name="connsiteX9" fmla="*/ 1264187 w 7676539"/>
              <a:gd name="connsiteY9" fmla="*/ 1803932 h 1880446"/>
              <a:gd name="connsiteX10" fmla="*/ 1011605 w 7676539"/>
              <a:gd name="connsiteY10" fmla="*/ 1803932 h 1880446"/>
              <a:gd name="connsiteX11" fmla="*/ 579150 w 7676539"/>
              <a:gd name="connsiteY11" fmla="*/ 1722026 h 1880446"/>
              <a:gd name="connsiteX12" fmla="*/ 269079 w 7676539"/>
              <a:gd name="connsiteY12" fmla="*/ 1508390 h 1880446"/>
              <a:gd name="connsiteX13" fmla="*/ 395549 w 7676539"/>
              <a:gd name="connsiteY13" fmla="*/ 1204371 h 1880446"/>
              <a:gd name="connsiteX14" fmla="*/ 497149 w 7676539"/>
              <a:gd name="connsiteY14" fmla="*/ 949788 h 1880446"/>
              <a:gd name="connsiteX15" fmla="*/ 326673 w 7676539"/>
              <a:gd name="connsiteY15" fmla="*/ 120667 h 1880446"/>
              <a:gd name="connsiteX16" fmla="*/ 2469586 w 7676539"/>
              <a:gd name="connsiteY16" fmla="*/ 44175 h 1880446"/>
              <a:gd name="connsiteX17" fmla="*/ 4076877 w 7676539"/>
              <a:gd name="connsiteY17" fmla="*/ 44175 h 1880446"/>
              <a:gd name="connsiteX18" fmla="*/ 6353797 w 7676539"/>
              <a:gd name="connsiteY18" fmla="*/ 273693 h 1880446"/>
              <a:gd name="connsiteX19" fmla="*/ 7224637 w 7676539"/>
              <a:gd name="connsiteY19" fmla="*/ 311949 h 1880446"/>
              <a:gd name="connsiteX20" fmla="*/ 7309951 w 7676539"/>
              <a:gd name="connsiteY20" fmla="*/ 539193 h 1880446"/>
              <a:gd name="connsiteX21" fmla="*/ 5996560 w 7676539"/>
              <a:gd name="connsiteY21" fmla="*/ 504826 h 1880446"/>
              <a:gd name="connsiteX22" fmla="*/ 4428822 w 7676539"/>
              <a:gd name="connsiteY22" fmla="*/ 342448 h 1880446"/>
              <a:gd name="connsiteX23" fmla="*/ 4444040 w 7676539"/>
              <a:gd name="connsiteY23" fmla="*/ 347124 h 1880446"/>
              <a:gd name="connsiteX24" fmla="*/ 5996539 w 7676539"/>
              <a:gd name="connsiteY24" fmla="*/ 504826 h 1880446"/>
              <a:gd name="connsiteX25" fmla="*/ 7296136 w 7676539"/>
              <a:gd name="connsiteY25" fmla="*/ 612475 h 1880446"/>
              <a:gd name="connsiteX26" fmla="*/ 7291481 w 7676539"/>
              <a:gd name="connsiteY26" fmla="*/ 847540 h 1880446"/>
              <a:gd name="connsiteX27" fmla="*/ 7492331 w 7676539"/>
              <a:gd name="connsiteY27" fmla="*/ 847540 h 1880446"/>
              <a:gd name="connsiteX28" fmla="*/ 7559472 w 7676539"/>
              <a:gd name="connsiteY28" fmla="*/ 1497944 h 1880446"/>
              <a:gd name="connsiteX29" fmla="*/ 7444255 w 7676539"/>
              <a:gd name="connsiteY29" fmla="*/ 1624275 h 1880446"/>
              <a:gd name="connsiteX0" fmla="*/ 7444255 w 7676539"/>
              <a:gd name="connsiteY0" fmla="*/ 1624275 h 1880446"/>
              <a:gd name="connsiteX1" fmla="*/ 7345976 w 7676539"/>
              <a:gd name="connsiteY1" fmla="*/ 1600620 h 1880446"/>
              <a:gd name="connsiteX2" fmla="*/ 7343255 w 7676539"/>
              <a:gd name="connsiteY2" fmla="*/ 1717983 h 1880446"/>
              <a:gd name="connsiteX3" fmla="*/ 7343341 w 7676539"/>
              <a:gd name="connsiteY3" fmla="*/ 1718365 h 1880446"/>
              <a:gd name="connsiteX4" fmla="*/ 6956667 w 7676539"/>
              <a:gd name="connsiteY4" fmla="*/ 1880446 h 1880446"/>
              <a:gd name="connsiteX5" fmla="*/ 6002092 w 7676539"/>
              <a:gd name="connsiteY5" fmla="*/ 1802806 h 1880446"/>
              <a:gd name="connsiteX6" fmla="*/ 4955339 w 7676539"/>
              <a:gd name="connsiteY6" fmla="*/ 1795877 h 1880446"/>
              <a:gd name="connsiteX7" fmla="*/ 3680407 w 7676539"/>
              <a:gd name="connsiteY7" fmla="*/ 1775578 h 1880446"/>
              <a:gd name="connsiteX8" fmla="*/ 1264187 w 7676539"/>
              <a:gd name="connsiteY8" fmla="*/ 1803932 h 1880446"/>
              <a:gd name="connsiteX9" fmla="*/ 1011605 w 7676539"/>
              <a:gd name="connsiteY9" fmla="*/ 1803932 h 1880446"/>
              <a:gd name="connsiteX10" fmla="*/ 579150 w 7676539"/>
              <a:gd name="connsiteY10" fmla="*/ 1722026 h 1880446"/>
              <a:gd name="connsiteX11" fmla="*/ 269079 w 7676539"/>
              <a:gd name="connsiteY11" fmla="*/ 1508390 h 1880446"/>
              <a:gd name="connsiteX12" fmla="*/ 395549 w 7676539"/>
              <a:gd name="connsiteY12" fmla="*/ 1204371 h 1880446"/>
              <a:gd name="connsiteX13" fmla="*/ 497149 w 7676539"/>
              <a:gd name="connsiteY13" fmla="*/ 949788 h 1880446"/>
              <a:gd name="connsiteX14" fmla="*/ 326673 w 7676539"/>
              <a:gd name="connsiteY14" fmla="*/ 120667 h 1880446"/>
              <a:gd name="connsiteX15" fmla="*/ 2469586 w 7676539"/>
              <a:gd name="connsiteY15" fmla="*/ 44175 h 1880446"/>
              <a:gd name="connsiteX16" fmla="*/ 4076877 w 7676539"/>
              <a:gd name="connsiteY16" fmla="*/ 44175 h 1880446"/>
              <a:gd name="connsiteX17" fmla="*/ 6353797 w 7676539"/>
              <a:gd name="connsiteY17" fmla="*/ 273693 h 1880446"/>
              <a:gd name="connsiteX18" fmla="*/ 7224637 w 7676539"/>
              <a:gd name="connsiteY18" fmla="*/ 311949 h 1880446"/>
              <a:gd name="connsiteX19" fmla="*/ 7309951 w 7676539"/>
              <a:gd name="connsiteY19" fmla="*/ 539193 h 1880446"/>
              <a:gd name="connsiteX20" fmla="*/ 5996560 w 7676539"/>
              <a:gd name="connsiteY20" fmla="*/ 504826 h 1880446"/>
              <a:gd name="connsiteX21" fmla="*/ 4428822 w 7676539"/>
              <a:gd name="connsiteY21" fmla="*/ 342448 h 1880446"/>
              <a:gd name="connsiteX22" fmla="*/ 4444040 w 7676539"/>
              <a:gd name="connsiteY22" fmla="*/ 347124 h 1880446"/>
              <a:gd name="connsiteX23" fmla="*/ 5996539 w 7676539"/>
              <a:gd name="connsiteY23" fmla="*/ 504826 h 1880446"/>
              <a:gd name="connsiteX24" fmla="*/ 7296136 w 7676539"/>
              <a:gd name="connsiteY24" fmla="*/ 612475 h 1880446"/>
              <a:gd name="connsiteX25" fmla="*/ 7291481 w 7676539"/>
              <a:gd name="connsiteY25" fmla="*/ 847540 h 1880446"/>
              <a:gd name="connsiteX26" fmla="*/ 7492331 w 7676539"/>
              <a:gd name="connsiteY26" fmla="*/ 847540 h 1880446"/>
              <a:gd name="connsiteX27" fmla="*/ 7559472 w 7676539"/>
              <a:gd name="connsiteY27" fmla="*/ 1497944 h 1880446"/>
              <a:gd name="connsiteX28" fmla="*/ 7444255 w 7676539"/>
              <a:gd name="connsiteY28" fmla="*/ 1624275 h 1880446"/>
              <a:gd name="connsiteX0" fmla="*/ 7444255 w 7676539"/>
              <a:gd name="connsiteY0" fmla="*/ 1624275 h 1880446"/>
              <a:gd name="connsiteX1" fmla="*/ 7343255 w 7676539"/>
              <a:gd name="connsiteY1" fmla="*/ 1717983 h 1880446"/>
              <a:gd name="connsiteX2" fmla="*/ 7343341 w 7676539"/>
              <a:gd name="connsiteY2" fmla="*/ 1718365 h 1880446"/>
              <a:gd name="connsiteX3" fmla="*/ 6956667 w 7676539"/>
              <a:gd name="connsiteY3" fmla="*/ 1880446 h 1880446"/>
              <a:gd name="connsiteX4" fmla="*/ 6002092 w 7676539"/>
              <a:gd name="connsiteY4" fmla="*/ 1802806 h 1880446"/>
              <a:gd name="connsiteX5" fmla="*/ 4955339 w 7676539"/>
              <a:gd name="connsiteY5" fmla="*/ 1795877 h 1880446"/>
              <a:gd name="connsiteX6" fmla="*/ 3680407 w 7676539"/>
              <a:gd name="connsiteY6" fmla="*/ 1775578 h 1880446"/>
              <a:gd name="connsiteX7" fmla="*/ 1264187 w 7676539"/>
              <a:gd name="connsiteY7" fmla="*/ 1803932 h 1880446"/>
              <a:gd name="connsiteX8" fmla="*/ 1011605 w 7676539"/>
              <a:gd name="connsiteY8" fmla="*/ 1803932 h 1880446"/>
              <a:gd name="connsiteX9" fmla="*/ 579150 w 7676539"/>
              <a:gd name="connsiteY9" fmla="*/ 1722026 h 1880446"/>
              <a:gd name="connsiteX10" fmla="*/ 269079 w 7676539"/>
              <a:gd name="connsiteY10" fmla="*/ 1508390 h 1880446"/>
              <a:gd name="connsiteX11" fmla="*/ 395549 w 7676539"/>
              <a:gd name="connsiteY11" fmla="*/ 1204371 h 1880446"/>
              <a:gd name="connsiteX12" fmla="*/ 497149 w 7676539"/>
              <a:gd name="connsiteY12" fmla="*/ 949788 h 1880446"/>
              <a:gd name="connsiteX13" fmla="*/ 326673 w 7676539"/>
              <a:gd name="connsiteY13" fmla="*/ 120667 h 1880446"/>
              <a:gd name="connsiteX14" fmla="*/ 2469586 w 7676539"/>
              <a:gd name="connsiteY14" fmla="*/ 44175 h 1880446"/>
              <a:gd name="connsiteX15" fmla="*/ 4076877 w 7676539"/>
              <a:gd name="connsiteY15" fmla="*/ 44175 h 1880446"/>
              <a:gd name="connsiteX16" fmla="*/ 6353797 w 7676539"/>
              <a:gd name="connsiteY16" fmla="*/ 273693 h 1880446"/>
              <a:gd name="connsiteX17" fmla="*/ 7224637 w 7676539"/>
              <a:gd name="connsiteY17" fmla="*/ 311949 h 1880446"/>
              <a:gd name="connsiteX18" fmla="*/ 7309951 w 7676539"/>
              <a:gd name="connsiteY18" fmla="*/ 539193 h 1880446"/>
              <a:gd name="connsiteX19" fmla="*/ 5996560 w 7676539"/>
              <a:gd name="connsiteY19" fmla="*/ 504826 h 1880446"/>
              <a:gd name="connsiteX20" fmla="*/ 4428822 w 7676539"/>
              <a:gd name="connsiteY20" fmla="*/ 342448 h 1880446"/>
              <a:gd name="connsiteX21" fmla="*/ 4444040 w 7676539"/>
              <a:gd name="connsiteY21" fmla="*/ 347124 h 1880446"/>
              <a:gd name="connsiteX22" fmla="*/ 5996539 w 7676539"/>
              <a:gd name="connsiteY22" fmla="*/ 504826 h 1880446"/>
              <a:gd name="connsiteX23" fmla="*/ 7296136 w 7676539"/>
              <a:gd name="connsiteY23" fmla="*/ 612475 h 1880446"/>
              <a:gd name="connsiteX24" fmla="*/ 7291481 w 7676539"/>
              <a:gd name="connsiteY24" fmla="*/ 847540 h 1880446"/>
              <a:gd name="connsiteX25" fmla="*/ 7492331 w 7676539"/>
              <a:gd name="connsiteY25" fmla="*/ 847540 h 1880446"/>
              <a:gd name="connsiteX26" fmla="*/ 7559472 w 7676539"/>
              <a:gd name="connsiteY26" fmla="*/ 1497944 h 1880446"/>
              <a:gd name="connsiteX27" fmla="*/ 7444255 w 7676539"/>
              <a:gd name="connsiteY27" fmla="*/ 1624275 h 1880446"/>
              <a:gd name="connsiteX0" fmla="*/ 7444255 w 7737112"/>
              <a:gd name="connsiteY0" fmla="*/ 1624275 h 1880446"/>
              <a:gd name="connsiteX1" fmla="*/ 7343255 w 7737112"/>
              <a:gd name="connsiteY1" fmla="*/ 1717983 h 1880446"/>
              <a:gd name="connsiteX2" fmla="*/ 7343341 w 7737112"/>
              <a:gd name="connsiteY2" fmla="*/ 1718365 h 1880446"/>
              <a:gd name="connsiteX3" fmla="*/ 6956667 w 7737112"/>
              <a:gd name="connsiteY3" fmla="*/ 1880446 h 1880446"/>
              <a:gd name="connsiteX4" fmla="*/ 6002092 w 7737112"/>
              <a:gd name="connsiteY4" fmla="*/ 1802806 h 1880446"/>
              <a:gd name="connsiteX5" fmla="*/ 4955339 w 7737112"/>
              <a:gd name="connsiteY5" fmla="*/ 1795877 h 1880446"/>
              <a:gd name="connsiteX6" fmla="*/ 3680407 w 7737112"/>
              <a:gd name="connsiteY6" fmla="*/ 1775578 h 1880446"/>
              <a:gd name="connsiteX7" fmla="*/ 1264187 w 7737112"/>
              <a:gd name="connsiteY7" fmla="*/ 1803932 h 1880446"/>
              <a:gd name="connsiteX8" fmla="*/ 1011605 w 7737112"/>
              <a:gd name="connsiteY8" fmla="*/ 1803932 h 1880446"/>
              <a:gd name="connsiteX9" fmla="*/ 579150 w 7737112"/>
              <a:gd name="connsiteY9" fmla="*/ 1722026 h 1880446"/>
              <a:gd name="connsiteX10" fmla="*/ 269079 w 7737112"/>
              <a:gd name="connsiteY10" fmla="*/ 1508390 h 1880446"/>
              <a:gd name="connsiteX11" fmla="*/ 395549 w 7737112"/>
              <a:gd name="connsiteY11" fmla="*/ 1204371 h 1880446"/>
              <a:gd name="connsiteX12" fmla="*/ 497149 w 7737112"/>
              <a:gd name="connsiteY12" fmla="*/ 949788 h 1880446"/>
              <a:gd name="connsiteX13" fmla="*/ 326673 w 7737112"/>
              <a:gd name="connsiteY13" fmla="*/ 120667 h 1880446"/>
              <a:gd name="connsiteX14" fmla="*/ 2469586 w 7737112"/>
              <a:gd name="connsiteY14" fmla="*/ 44175 h 1880446"/>
              <a:gd name="connsiteX15" fmla="*/ 4076877 w 7737112"/>
              <a:gd name="connsiteY15" fmla="*/ 44175 h 1880446"/>
              <a:gd name="connsiteX16" fmla="*/ 6353797 w 7737112"/>
              <a:gd name="connsiteY16" fmla="*/ 273693 h 1880446"/>
              <a:gd name="connsiteX17" fmla="*/ 7224637 w 7737112"/>
              <a:gd name="connsiteY17" fmla="*/ 311949 h 1880446"/>
              <a:gd name="connsiteX18" fmla="*/ 7309951 w 7737112"/>
              <a:gd name="connsiteY18" fmla="*/ 539193 h 1880446"/>
              <a:gd name="connsiteX19" fmla="*/ 5996560 w 7737112"/>
              <a:gd name="connsiteY19" fmla="*/ 504826 h 1880446"/>
              <a:gd name="connsiteX20" fmla="*/ 4428822 w 7737112"/>
              <a:gd name="connsiteY20" fmla="*/ 342448 h 1880446"/>
              <a:gd name="connsiteX21" fmla="*/ 4444040 w 7737112"/>
              <a:gd name="connsiteY21" fmla="*/ 347124 h 1880446"/>
              <a:gd name="connsiteX22" fmla="*/ 5996539 w 7737112"/>
              <a:gd name="connsiteY22" fmla="*/ 504826 h 1880446"/>
              <a:gd name="connsiteX23" fmla="*/ 7296136 w 7737112"/>
              <a:gd name="connsiteY23" fmla="*/ 612475 h 1880446"/>
              <a:gd name="connsiteX24" fmla="*/ 7291481 w 7737112"/>
              <a:gd name="connsiteY24" fmla="*/ 847540 h 1880446"/>
              <a:gd name="connsiteX25" fmla="*/ 7492331 w 7737112"/>
              <a:gd name="connsiteY25" fmla="*/ 847540 h 1880446"/>
              <a:gd name="connsiteX26" fmla="*/ 7661072 w 7737112"/>
              <a:gd name="connsiteY26" fmla="*/ 1330304 h 1880446"/>
              <a:gd name="connsiteX27" fmla="*/ 7444255 w 7737112"/>
              <a:gd name="connsiteY27" fmla="*/ 1624275 h 1880446"/>
              <a:gd name="connsiteX0" fmla="*/ 7661072 w 7737112"/>
              <a:gd name="connsiteY0" fmla="*/ 1330304 h 1880446"/>
              <a:gd name="connsiteX1" fmla="*/ 7343255 w 7737112"/>
              <a:gd name="connsiteY1" fmla="*/ 1717983 h 1880446"/>
              <a:gd name="connsiteX2" fmla="*/ 7343341 w 7737112"/>
              <a:gd name="connsiteY2" fmla="*/ 1718365 h 1880446"/>
              <a:gd name="connsiteX3" fmla="*/ 6956667 w 7737112"/>
              <a:gd name="connsiteY3" fmla="*/ 1880446 h 1880446"/>
              <a:gd name="connsiteX4" fmla="*/ 6002092 w 7737112"/>
              <a:gd name="connsiteY4" fmla="*/ 1802806 h 1880446"/>
              <a:gd name="connsiteX5" fmla="*/ 4955339 w 7737112"/>
              <a:gd name="connsiteY5" fmla="*/ 1795877 h 1880446"/>
              <a:gd name="connsiteX6" fmla="*/ 3680407 w 7737112"/>
              <a:gd name="connsiteY6" fmla="*/ 1775578 h 1880446"/>
              <a:gd name="connsiteX7" fmla="*/ 1264187 w 7737112"/>
              <a:gd name="connsiteY7" fmla="*/ 1803932 h 1880446"/>
              <a:gd name="connsiteX8" fmla="*/ 1011605 w 7737112"/>
              <a:gd name="connsiteY8" fmla="*/ 1803932 h 1880446"/>
              <a:gd name="connsiteX9" fmla="*/ 579150 w 7737112"/>
              <a:gd name="connsiteY9" fmla="*/ 1722026 h 1880446"/>
              <a:gd name="connsiteX10" fmla="*/ 269079 w 7737112"/>
              <a:gd name="connsiteY10" fmla="*/ 1508390 h 1880446"/>
              <a:gd name="connsiteX11" fmla="*/ 395549 w 7737112"/>
              <a:gd name="connsiteY11" fmla="*/ 1204371 h 1880446"/>
              <a:gd name="connsiteX12" fmla="*/ 497149 w 7737112"/>
              <a:gd name="connsiteY12" fmla="*/ 949788 h 1880446"/>
              <a:gd name="connsiteX13" fmla="*/ 326673 w 7737112"/>
              <a:gd name="connsiteY13" fmla="*/ 120667 h 1880446"/>
              <a:gd name="connsiteX14" fmla="*/ 2469586 w 7737112"/>
              <a:gd name="connsiteY14" fmla="*/ 44175 h 1880446"/>
              <a:gd name="connsiteX15" fmla="*/ 4076877 w 7737112"/>
              <a:gd name="connsiteY15" fmla="*/ 44175 h 1880446"/>
              <a:gd name="connsiteX16" fmla="*/ 6353797 w 7737112"/>
              <a:gd name="connsiteY16" fmla="*/ 273693 h 1880446"/>
              <a:gd name="connsiteX17" fmla="*/ 7224637 w 7737112"/>
              <a:gd name="connsiteY17" fmla="*/ 311949 h 1880446"/>
              <a:gd name="connsiteX18" fmla="*/ 7309951 w 7737112"/>
              <a:gd name="connsiteY18" fmla="*/ 539193 h 1880446"/>
              <a:gd name="connsiteX19" fmla="*/ 5996560 w 7737112"/>
              <a:gd name="connsiteY19" fmla="*/ 504826 h 1880446"/>
              <a:gd name="connsiteX20" fmla="*/ 4428822 w 7737112"/>
              <a:gd name="connsiteY20" fmla="*/ 342448 h 1880446"/>
              <a:gd name="connsiteX21" fmla="*/ 4444040 w 7737112"/>
              <a:gd name="connsiteY21" fmla="*/ 347124 h 1880446"/>
              <a:gd name="connsiteX22" fmla="*/ 5996539 w 7737112"/>
              <a:gd name="connsiteY22" fmla="*/ 504826 h 1880446"/>
              <a:gd name="connsiteX23" fmla="*/ 7296136 w 7737112"/>
              <a:gd name="connsiteY23" fmla="*/ 612475 h 1880446"/>
              <a:gd name="connsiteX24" fmla="*/ 7291481 w 7737112"/>
              <a:gd name="connsiteY24" fmla="*/ 847540 h 1880446"/>
              <a:gd name="connsiteX25" fmla="*/ 7492331 w 7737112"/>
              <a:gd name="connsiteY25" fmla="*/ 847540 h 1880446"/>
              <a:gd name="connsiteX26" fmla="*/ 7661072 w 7737112"/>
              <a:gd name="connsiteY26" fmla="*/ 1330304 h 1880446"/>
              <a:gd name="connsiteX0" fmla="*/ 7661072 w 7737112"/>
              <a:gd name="connsiteY0" fmla="*/ 1345544 h 1880446"/>
              <a:gd name="connsiteX1" fmla="*/ 7343255 w 7737112"/>
              <a:gd name="connsiteY1" fmla="*/ 1717983 h 1880446"/>
              <a:gd name="connsiteX2" fmla="*/ 7343341 w 7737112"/>
              <a:gd name="connsiteY2" fmla="*/ 1718365 h 1880446"/>
              <a:gd name="connsiteX3" fmla="*/ 6956667 w 7737112"/>
              <a:gd name="connsiteY3" fmla="*/ 1880446 h 1880446"/>
              <a:gd name="connsiteX4" fmla="*/ 6002092 w 7737112"/>
              <a:gd name="connsiteY4" fmla="*/ 1802806 h 1880446"/>
              <a:gd name="connsiteX5" fmla="*/ 4955339 w 7737112"/>
              <a:gd name="connsiteY5" fmla="*/ 1795877 h 1880446"/>
              <a:gd name="connsiteX6" fmla="*/ 3680407 w 7737112"/>
              <a:gd name="connsiteY6" fmla="*/ 1775578 h 1880446"/>
              <a:gd name="connsiteX7" fmla="*/ 1264187 w 7737112"/>
              <a:gd name="connsiteY7" fmla="*/ 1803932 h 1880446"/>
              <a:gd name="connsiteX8" fmla="*/ 1011605 w 7737112"/>
              <a:gd name="connsiteY8" fmla="*/ 1803932 h 1880446"/>
              <a:gd name="connsiteX9" fmla="*/ 579150 w 7737112"/>
              <a:gd name="connsiteY9" fmla="*/ 1722026 h 1880446"/>
              <a:gd name="connsiteX10" fmla="*/ 269079 w 7737112"/>
              <a:gd name="connsiteY10" fmla="*/ 1508390 h 1880446"/>
              <a:gd name="connsiteX11" fmla="*/ 395549 w 7737112"/>
              <a:gd name="connsiteY11" fmla="*/ 1204371 h 1880446"/>
              <a:gd name="connsiteX12" fmla="*/ 497149 w 7737112"/>
              <a:gd name="connsiteY12" fmla="*/ 949788 h 1880446"/>
              <a:gd name="connsiteX13" fmla="*/ 326673 w 7737112"/>
              <a:gd name="connsiteY13" fmla="*/ 120667 h 1880446"/>
              <a:gd name="connsiteX14" fmla="*/ 2469586 w 7737112"/>
              <a:gd name="connsiteY14" fmla="*/ 44175 h 1880446"/>
              <a:gd name="connsiteX15" fmla="*/ 4076877 w 7737112"/>
              <a:gd name="connsiteY15" fmla="*/ 44175 h 1880446"/>
              <a:gd name="connsiteX16" fmla="*/ 6353797 w 7737112"/>
              <a:gd name="connsiteY16" fmla="*/ 273693 h 1880446"/>
              <a:gd name="connsiteX17" fmla="*/ 7224637 w 7737112"/>
              <a:gd name="connsiteY17" fmla="*/ 311949 h 1880446"/>
              <a:gd name="connsiteX18" fmla="*/ 7309951 w 7737112"/>
              <a:gd name="connsiteY18" fmla="*/ 539193 h 1880446"/>
              <a:gd name="connsiteX19" fmla="*/ 5996560 w 7737112"/>
              <a:gd name="connsiteY19" fmla="*/ 504826 h 1880446"/>
              <a:gd name="connsiteX20" fmla="*/ 4428822 w 7737112"/>
              <a:gd name="connsiteY20" fmla="*/ 342448 h 1880446"/>
              <a:gd name="connsiteX21" fmla="*/ 4444040 w 7737112"/>
              <a:gd name="connsiteY21" fmla="*/ 347124 h 1880446"/>
              <a:gd name="connsiteX22" fmla="*/ 5996539 w 7737112"/>
              <a:gd name="connsiteY22" fmla="*/ 504826 h 1880446"/>
              <a:gd name="connsiteX23" fmla="*/ 7296136 w 7737112"/>
              <a:gd name="connsiteY23" fmla="*/ 612475 h 1880446"/>
              <a:gd name="connsiteX24" fmla="*/ 7291481 w 7737112"/>
              <a:gd name="connsiteY24" fmla="*/ 847540 h 1880446"/>
              <a:gd name="connsiteX25" fmla="*/ 7492331 w 7737112"/>
              <a:gd name="connsiteY25" fmla="*/ 847540 h 1880446"/>
              <a:gd name="connsiteX26" fmla="*/ 7661072 w 7737112"/>
              <a:gd name="connsiteY26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4428822 w 7717029"/>
              <a:gd name="connsiteY20" fmla="*/ 342448 h 1880446"/>
              <a:gd name="connsiteX21" fmla="*/ 4444040 w 7717029"/>
              <a:gd name="connsiteY21" fmla="*/ 347124 h 1880446"/>
              <a:gd name="connsiteX22" fmla="*/ 5996539 w 7717029"/>
              <a:gd name="connsiteY22" fmla="*/ 504826 h 1880446"/>
              <a:gd name="connsiteX23" fmla="*/ 7296136 w 7717029"/>
              <a:gd name="connsiteY23" fmla="*/ 612475 h 1880446"/>
              <a:gd name="connsiteX24" fmla="*/ 7291481 w 7717029"/>
              <a:gd name="connsiteY24" fmla="*/ 847540 h 1880446"/>
              <a:gd name="connsiteX25" fmla="*/ 7492331 w 7717029"/>
              <a:gd name="connsiteY25" fmla="*/ 847540 h 1880446"/>
              <a:gd name="connsiteX26" fmla="*/ 7661072 w 7717029"/>
              <a:gd name="connsiteY26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4428822 w 7717029"/>
              <a:gd name="connsiteY20" fmla="*/ 342448 h 1880446"/>
              <a:gd name="connsiteX21" fmla="*/ 4444040 w 7717029"/>
              <a:gd name="connsiteY21" fmla="*/ 347124 h 1880446"/>
              <a:gd name="connsiteX22" fmla="*/ 5996539 w 7717029"/>
              <a:gd name="connsiteY22" fmla="*/ 504826 h 1880446"/>
              <a:gd name="connsiteX23" fmla="*/ 7296136 w 7717029"/>
              <a:gd name="connsiteY23" fmla="*/ 612475 h 1880446"/>
              <a:gd name="connsiteX24" fmla="*/ 7291481 w 7717029"/>
              <a:gd name="connsiteY24" fmla="*/ 847540 h 1880446"/>
              <a:gd name="connsiteX25" fmla="*/ 7492331 w 7717029"/>
              <a:gd name="connsiteY25" fmla="*/ 847540 h 1880446"/>
              <a:gd name="connsiteX26" fmla="*/ 7661072 w 7717029"/>
              <a:gd name="connsiteY26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4428822 w 7717029"/>
              <a:gd name="connsiteY20" fmla="*/ 342448 h 1880446"/>
              <a:gd name="connsiteX21" fmla="*/ 5996539 w 7717029"/>
              <a:gd name="connsiteY21" fmla="*/ 504826 h 1880446"/>
              <a:gd name="connsiteX22" fmla="*/ 7296136 w 7717029"/>
              <a:gd name="connsiteY22" fmla="*/ 612475 h 1880446"/>
              <a:gd name="connsiteX23" fmla="*/ 7291481 w 7717029"/>
              <a:gd name="connsiteY23" fmla="*/ 847540 h 1880446"/>
              <a:gd name="connsiteX24" fmla="*/ 7492331 w 7717029"/>
              <a:gd name="connsiteY24" fmla="*/ 847540 h 1880446"/>
              <a:gd name="connsiteX25" fmla="*/ 7661072 w 7717029"/>
              <a:gd name="connsiteY25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5996539 w 7717029"/>
              <a:gd name="connsiteY20" fmla="*/ 504826 h 1880446"/>
              <a:gd name="connsiteX21" fmla="*/ 7296136 w 7717029"/>
              <a:gd name="connsiteY21" fmla="*/ 612475 h 1880446"/>
              <a:gd name="connsiteX22" fmla="*/ 7291481 w 7717029"/>
              <a:gd name="connsiteY22" fmla="*/ 847540 h 1880446"/>
              <a:gd name="connsiteX23" fmla="*/ 7492331 w 7717029"/>
              <a:gd name="connsiteY23" fmla="*/ 847540 h 1880446"/>
              <a:gd name="connsiteX24" fmla="*/ 7661072 w 7717029"/>
              <a:gd name="connsiteY24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5996560 w 7717029"/>
              <a:gd name="connsiteY19" fmla="*/ 504826 h 1880446"/>
              <a:gd name="connsiteX20" fmla="*/ 7296136 w 7717029"/>
              <a:gd name="connsiteY20" fmla="*/ 612475 h 1880446"/>
              <a:gd name="connsiteX21" fmla="*/ 7291481 w 7717029"/>
              <a:gd name="connsiteY21" fmla="*/ 847540 h 1880446"/>
              <a:gd name="connsiteX22" fmla="*/ 7492331 w 7717029"/>
              <a:gd name="connsiteY22" fmla="*/ 847540 h 1880446"/>
              <a:gd name="connsiteX23" fmla="*/ 7661072 w 7717029"/>
              <a:gd name="connsiteY23" fmla="*/ 1345544 h 1880446"/>
              <a:gd name="connsiteX0" fmla="*/ 7661072 w 7717029"/>
              <a:gd name="connsiteY0" fmla="*/ 1345544 h 1880446"/>
              <a:gd name="connsiteX1" fmla="*/ 7343255 w 7717029"/>
              <a:gd name="connsiteY1" fmla="*/ 1717983 h 1880446"/>
              <a:gd name="connsiteX2" fmla="*/ 7343341 w 7717029"/>
              <a:gd name="connsiteY2" fmla="*/ 1718365 h 1880446"/>
              <a:gd name="connsiteX3" fmla="*/ 6956667 w 7717029"/>
              <a:gd name="connsiteY3" fmla="*/ 1880446 h 1880446"/>
              <a:gd name="connsiteX4" fmla="*/ 6002092 w 7717029"/>
              <a:gd name="connsiteY4" fmla="*/ 1802806 h 1880446"/>
              <a:gd name="connsiteX5" fmla="*/ 4955339 w 7717029"/>
              <a:gd name="connsiteY5" fmla="*/ 1795877 h 1880446"/>
              <a:gd name="connsiteX6" fmla="*/ 3680407 w 7717029"/>
              <a:gd name="connsiteY6" fmla="*/ 1775578 h 1880446"/>
              <a:gd name="connsiteX7" fmla="*/ 1264187 w 7717029"/>
              <a:gd name="connsiteY7" fmla="*/ 1803932 h 1880446"/>
              <a:gd name="connsiteX8" fmla="*/ 1011605 w 7717029"/>
              <a:gd name="connsiteY8" fmla="*/ 1803932 h 1880446"/>
              <a:gd name="connsiteX9" fmla="*/ 579150 w 7717029"/>
              <a:gd name="connsiteY9" fmla="*/ 1722026 h 1880446"/>
              <a:gd name="connsiteX10" fmla="*/ 269079 w 7717029"/>
              <a:gd name="connsiteY10" fmla="*/ 1508390 h 1880446"/>
              <a:gd name="connsiteX11" fmla="*/ 395549 w 7717029"/>
              <a:gd name="connsiteY11" fmla="*/ 1204371 h 1880446"/>
              <a:gd name="connsiteX12" fmla="*/ 497149 w 7717029"/>
              <a:gd name="connsiteY12" fmla="*/ 949788 h 1880446"/>
              <a:gd name="connsiteX13" fmla="*/ 326673 w 7717029"/>
              <a:gd name="connsiteY13" fmla="*/ 120667 h 1880446"/>
              <a:gd name="connsiteX14" fmla="*/ 2469586 w 7717029"/>
              <a:gd name="connsiteY14" fmla="*/ 44175 h 1880446"/>
              <a:gd name="connsiteX15" fmla="*/ 4076877 w 7717029"/>
              <a:gd name="connsiteY15" fmla="*/ 44175 h 1880446"/>
              <a:gd name="connsiteX16" fmla="*/ 6353797 w 7717029"/>
              <a:gd name="connsiteY16" fmla="*/ 273693 h 1880446"/>
              <a:gd name="connsiteX17" fmla="*/ 7224637 w 7717029"/>
              <a:gd name="connsiteY17" fmla="*/ 311949 h 1880446"/>
              <a:gd name="connsiteX18" fmla="*/ 7309951 w 7717029"/>
              <a:gd name="connsiteY18" fmla="*/ 539193 h 1880446"/>
              <a:gd name="connsiteX19" fmla="*/ 7296136 w 7717029"/>
              <a:gd name="connsiteY19" fmla="*/ 612475 h 1880446"/>
              <a:gd name="connsiteX20" fmla="*/ 7291481 w 7717029"/>
              <a:gd name="connsiteY20" fmla="*/ 847540 h 1880446"/>
              <a:gd name="connsiteX21" fmla="*/ 7492331 w 7717029"/>
              <a:gd name="connsiteY21" fmla="*/ 847540 h 1880446"/>
              <a:gd name="connsiteX22" fmla="*/ 7661072 w 7717029"/>
              <a:gd name="connsiteY22" fmla="*/ 1345544 h 1880446"/>
              <a:gd name="connsiteX0" fmla="*/ 7661072 w 7753435"/>
              <a:gd name="connsiteY0" fmla="*/ 1345544 h 1880446"/>
              <a:gd name="connsiteX1" fmla="*/ 7343255 w 7753435"/>
              <a:gd name="connsiteY1" fmla="*/ 1717983 h 1880446"/>
              <a:gd name="connsiteX2" fmla="*/ 7343341 w 7753435"/>
              <a:gd name="connsiteY2" fmla="*/ 1718365 h 1880446"/>
              <a:gd name="connsiteX3" fmla="*/ 6956667 w 7753435"/>
              <a:gd name="connsiteY3" fmla="*/ 1880446 h 1880446"/>
              <a:gd name="connsiteX4" fmla="*/ 6002092 w 7753435"/>
              <a:gd name="connsiteY4" fmla="*/ 1802806 h 1880446"/>
              <a:gd name="connsiteX5" fmla="*/ 4955339 w 7753435"/>
              <a:gd name="connsiteY5" fmla="*/ 1795877 h 1880446"/>
              <a:gd name="connsiteX6" fmla="*/ 3680407 w 7753435"/>
              <a:gd name="connsiteY6" fmla="*/ 1775578 h 1880446"/>
              <a:gd name="connsiteX7" fmla="*/ 1264187 w 7753435"/>
              <a:gd name="connsiteY7" fmla="*/ 1803932 h 1880446"/>
              <a:gd name="connsiteX8" fmla="*/ 1011605 w 7753435"/>
              <a:gd name="connsiteY8" fmla="*/ 1803932 h 1880446"/>
              <a:gd name="connsiteX9" fmla="*/ 579150 w 7753435"/>
              <a:gd name="connsiteY9" fmla="*/ 1722026 h 1880446"/>
              <a:gd name="connsiteX10" fmla="*/ 269079 w 7753435"/>
              <a:gd name="connsiteY10" fmla="*/ 1508390 h 1880446"/>
              <a:gd name="connsiteX11" fmla="*/ 395549 w 7753435"/>
              <a:gd name="connsiteY11" fmla="*/ 1204371 h 1880446"/>
              <a:gd name="connsiteX12" fmla="*/ 497149 w 7753435"/>
              <a:gd name="connsiteY12" fmla="*/ 949788 h 1880446"/>
              <a:gd name="connsiteX13" fmla="*/ 326673 w 7753435"/>
              <a:gd name="connsiteY13" fmla="*/ 120667 h 1880446"/>
              <a:gd name="connsiteX14" fmla="*/ 2469586 w 7753435"/>
              <a:gd name="connsiteY14" fmla="*/ 44175 h 1880446"/>
              <a:gd name="connsiteX15" fmla="*/ 4076877 w 7753435"/>
              <a:gd name="connsiteY15" fmla="*/ 44175 h 1880446"/>
              <a:gd name="connsiteX16" fmla="*/ 6353797 w 7753435"/>
              <a:gd name="connsiteY16" fmla="*/ 273693 h 1880446"/>
              <a:gd name="connsiteX17" fmla="*/ 7224637 w 7753435"/>
              <a:gd name="connsiteY17" fmla="*/ 311949 h 1880446"/>
              <a:gd name="connsiteX18" fmla="*/ 7309951 w 7753435"/>
              <a:gd name="connsiteY18" fmla="*/ 539193 h 1880446"/>
              <a:gd name="connsiteX19" fmla="*/ 7296136 w 7753435"/>
              <a:gd name="connsiteY19" fmla="*/ 612475 h 1880446"/>
              <a:gd name="connsiteX20" fmla="*/ 7291481 w 7753435"/>
              <a:gd name="connsiteY20" fmla="*/ 847540 h 1880446"/>
              <a:gd name="connsiteX21" fmla="*/ 7578691 w 7753435"/>
              <a:gd name="connsiteY21" fmla="*/ 883100 h 1880446"/>
              <a:gd name="connsiteX22" fmla="*/ 7661072 w 7753435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224637 w 7732944"/>
              <a:gd name="connsiteY17" fmla="*/ 311949 h 1880446"/>
              <a:gd name="connsiteX18" fmla="*/ 7309951 w 7732944"/>
              <a:gd name="connsiteY18" fmla="*/ 53919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309951 w 7732944"/>
              <a:gd name="connsiteY18" fmla="*/ 53919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296136 w 7732944"/>
              <a:gd name="connsiteY19" fmla="*/ 61247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326616 w 7732944"/>
              <a:gd name="connsiteY19" fmla="*/ 648035 h 1880446"/>
              <a:gd name="connsiteX20" fmla="*/ 7291481 w 7732944"/>
              <a:gd name="connsiteY20" fmla="*/ 84754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32944"/>
              <a:gd name="connsiteY0" fmla="*/ 1345544 h 1880446"/>
              <a:gd name="connsiteX1" fmla="*/ 7343255 w 7732944"/>
              <a:gd name="connsiteY1" fmla="*/ 1717983 h 1880446"/>
              <a:gd name="connsiteX2" fmla="*/ 7343341 w 7732944"/>
              <a:gd name="connsiteY2" fmla="*/ 1718365 h 1880446"/>
              <a:gd name="connsiteX3" fmla="*/ 6956667 w 7732944"/>
              <a:gd name="connsiteY3" fmla="*/ 1880446 h 1880446"/>
              <a:gd name="connsiteX4" fmla="*/ 6002092 w 7732944"/>
              <a:gd name="connsiteY4" fmla="*/ 1802806 h 1880446"/>
              <a:gd name="connsiteX5" fmla="*/ 4955339 w 7732944"/>
              <a:gd name="connsiteY5" fmla="*/ 1795877 h 1880446"/>
              <a:gd name="connsiteX6" fmla="*/ 3680407 w 7732944"/>
              <a:gd name="connsiteY6" fmla="*/ 1775578 h 1880446"/>
              <a:gd name="connsiteX7" fmla="*/ 1264187 w 7732944"/>
              <a:gd name="connsiteY7" fmla="*/ 1803932 h 1880446"/>
              <a:gd name="connsiteX8" fmla="*/ 1011605 w 7732944"/>
              <a:gd name="connsiteY8" fmla="*/ 1803932 h 1880446"/>
              <a:gd name="connsiteX9" fmla="*/ 579150 w 7732944"/>
              <a:gd name="connsiteY9" fmla="*/ 1722026 h 1880446"/>
              <a:gd name="connsiteX10" fmla="*/ 269079 w 7732944"/>
              <a:gd name="connsiteY10" fmla="*/ 1508390 h 1880446"/>
              <a:gd name="connsiteX11" fmla="*/ 395549 w 7732944"/>
              <a:gd name="connsiteY11" fmla="*/ 1204371 h 1880446"/>
              <a:gd name="connsiteX12" fmla="*/ 497149 w 7732944"/>
              <a:gd name="connsiteY12" fmla="*/ 949788 h 1880446"/>
              <a:gd name="connsiteX13" fmla="*/ 326673 w 7732944"/>
              <a:gd name="connsiteY13" fmla="*/ 120667 h 1880446"/>
              <a:gd name="connsiteX14" fmla="*/ 2469586 w 7732944"/>
              <a:gd name="connsiteY14" fmla="*/ 44175 h 1880446"/>
              <a:gd name="connsiteX15" fmla="*/ 4076877 w 7732944"/>
              <a:gd name="connsiteY15" fmla="*/ 44175 h 1880446"/>
              <a:gd name="connsiteX16" fmla="*/ 6353797 w 7732944"/>
              <a:gd name="connsiteY16" fmla="*/ 273693 h 1880446"/>
              <a:gd name="connsiteX17" fmla="*/ 7107797 w 7732944"/>
              <a:gd name="connsiteY17" fmla="*/ 286549 h 1880446"/>
              <a:gd name="connsiteX18" fmla="*/ 7462351 w 7732944"/>
              <a:gd name="connsiteY18" fmla="*/ 452833 h 1880446"/>
              <a:gd name="connsiteX19" fmla="*/ 7326616 w 7732944"/>
              <a:gd name="connsiteY19" fmla="*/ 648035 h 1880446"/>
              <a:gd name="connsiteX20" fmla="*/ 7362601 w 7732944"/>
              <a:gd name="connsiteY20" fmla="*/ 878020 h 1880446"/>
              <a:gd name="connsiteX21" fmla="*/ 7578691 w 7732944"/>
              <a:gd name="connsiteY21" fmla="*/ 883100 h 1880446"/>
              <a:gd name="connsiteX22" fmla="*/ 7661072 w 7732944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26418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26418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26418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039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54732 h 1880446"/>
              <a:gd name="connsiteX8" fmla="*/ 1011605 w 7758943"/>
              <a:gd name="connsiteY8" fmla="*/ 180393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4084"/>
              <a:gd name="connsiteX1" fmla="*/ 7343255 w 7758943"/>
              <a:gd name="connsiteY1" fmla="*/ 1717983 h 1884084"/>
              <a:gd name="connsiteX2" fmla="*/ 7343341 w 7758943"/>
              <a:gd name="connsiteY2" fmla="*/ 1718365 h 1884084"/>
              <a:gd name="connsiteX3" fmla="*/ 6956667 w 7758943"/>
              <a:gd name="connsiteY3" fmla="*/ 1880446 h 1884084"/>
              <a:gd name="connsiteX4" fmla="*/ 6002092 w 7758943"/>
              <a:gd name="connsiteY4" fmla="*/ 1802806 h 1884084"/>
              <a:gd name="connsiteX5" fmla="*/ 4955339 w 7758943"/>
              <a:gd name="connsiteY5" fmla="*/ 1795877 h 1884084"/>
              <a:gd name="connsiteX6" fmla="*/ 3680407 w 7758943"/>
              <a:gd name="connsiteY6" fmla="*/ 1775578 h 1884084"/>
              <a:gd name="connsiteX7" fmla="*/ 1889027 w 7758943"/>
              <a:gd name="connsiteY7" fmla="*/ 1854732 h 1884084"/>
              <a:gd name="connsiteX8" fmla="*/ 1011605 w 7758943"/>
              <a:gd name="connsiteY8" fmla="*/ 1803932 h 1884084"/>
              <a:gd name="connsiteX9" fmla="*/ 579150 w 7758943"/>
              <a:gd name="connsiteY9" fmla="*/ 1722026 h 1884084"/>
              <a:gd name="connsiteX10" fmla="*/ 269079 w 7758943"/>
              <a:gd name="connsiteY10" fmla="*/ 1508390 h 1884084"/>
              <a:gd name="connsiteX11" fmla="*/ 395549 w 7758943"/>
              <a:gd name="connsiteY11" fmla="*/ 1204371 h 1884084"/>
              <a:gd name="connsiteX12" fmla="*/ 497149 w 7758943"/>
              <a:gd name="connsiteY12" fmla="*/ 949788 h 1884084"/>
              <a:gd name="connsiteX13" fmla="*/ 326673 w 7758943"/>
              <a:gd name="connsiteY13" fmla="*/ 120667 h 1884084"/>
              <a:gd name="connsiteX14" fmla="*/ 2469586 w 7758943"/>
              <a:gd name="connsiteY14" fmla="*/ 44175 h 1884084"/>
              <a:gd name="connsiteX15" fmla="*/ 4076877 w 7758943"/>
              <a:gd name="connsiteY15" fmla="*/ 44175 h 1884084"/>
              <a:gd name="connsiteX16" fmla="*/ 6353797 w 7758943"/>
              <a:gd name="connsiteY16" fmla="*/ 273693 h 1884084"/>
              <a:gd name="connsiteX17" fmla="*/ 7107797 w 7758943"/>
              <a:gd name="connsiteY17" fmla="*/ 286549 h 1884084"/>
              <a:gd name="connsiteX18" fmla="*/ 7462351 w 7758943"/>
              <a:gd name="connsiteY18" fmla="*/ 452833 h 1884084"/>
              <a:gd name="connsiteX19" fmla="*/ 7326616 w 7758943"/>
              <a:gd name="connsiteY19" fmla="*/ 648035 h 1884084"/>
              <a:gd name="connsiteX20" fmla="*/ 7362601 w 7758943"/>
              <a:gd name="connsiteY20" fmla="*/ 878020 h 1884084"/>
              <a:gd name="connsiteX21" fmla="*/ 7629491 w 7758943"/>
              <a:gd name="connsiteY21" fmla="*/ 888180 h 1884084"/>
              <a:gd name="connsiteX22" fmla="*/ 7661072 w 7758943"/>
              <a:gd name="connsiteY22" fmla="*/ 1345544 h 1884084"/>
              <a:gd name="connsiteX0" fmla="*/ 7661072 w 7758943"/>
              <a:gd name="connsiteY0" fmla="*/ 1345544 h 1909931"/>
              <a:gd name="connsiteX1" fmla="*/ 7343255 w 7758943"/>
              <a:gd name="connsiteY1" fmla="*/ 1717983 h 1909931"/>
              <a:gd name="connsiteX2" fmla="*/ 7343341 w 7758943"/>
              <a:gd name="connsiteY2" fmla="*/ 1718365 h 1909931"/>
              <a:gd name="connsiteX3" fmla="*/ 6956667 w 7758943"/>
              <a:gd name="connsiteY3" fmla="*/ 1880446 h 1909931"/>
              <a:gd name="connsiteX4" fmla="*/ 6002092 w 7758943"/>
              <a:gd name="connsiteY4" fmla="*/ 1802806 h 1909931"/>
              <a:gd name="connsiteX5" fmla="*/ 4955339 w 7758943"/>
              <a:gd name="connsiteY5" fmla="*/ 1795877 h 1909931"/>
              <a:gd name="connsiteX6" fmla="*/ 3680407 w 7758943"/>
              <a:gd name="connsiteY6" fmla="*/ 1775578 h 1909931"/>
              <a:gd name="connsiteX7" fmla="*/ 1889027 w 7758943"/>
              <a:gd name="connsiteY7" fmla="*/ 1854732 h 1909931"/>
              <a:gd name="connsiteX8" fmla="*/ 1011605 w 7758943"/>
              <a:gd name="connsiteY8" fmla="*/ 1803932 h 1909931"/>
              <a:gd name="connsiteX9" fmla="*/ 579150 w 7758943"/>
              <a:gd name="connsiteY9" fmla="*/ 1722026 h 1909931"/>
              <a:gd name="connsiteX10" fmla="*/ 269079 w 7758943"/>
              <a:gd name="connsiteY10" fmla="*/ 1508390 h 1909931"/>
              <a:gd name="connsiteX11" fmla="*/ 395549 w 7758943"/>
              <a:gd name="connsiteY11" fmla="*/ 1204371 h 1909931"/>
              <a:gd name="connsiteX12" fmla="*/ 497149 w 7758943"/>
              <a:gd name="connsiteY12" fmla="*/ 949788 h 1909931"/>
              <a:gd name="connsiteX13" fmla="*/ 326673 w 7758943"/>
              <a:gd name="connsiteY13" fmla="*/ 120667 h 1909931"/>
              <a:gd name="connsiteX14" fmla="*/ 2469586 w 7758943"/>
              <a:gd name="connsiteY14" fmla="*/ 44175 h 1909931"/>
              <a:gd name="connsiteX15" fmla="*/ 4076877 w 7758943"/>
              <a:gd name="connsiteY15" fmla="*/ 44175 h 1909931"/>
              <a:gd name="connsiteX16" fmla="*/ 6353797 w 7758943"/>
              <a:gd name="connsiteY16" fmla="*/ 273693 h 1909931"/>
              <a:gd name="connsiteX17" fmla="*/ 7107797 w 7758943"/>
              <a:gd name="connsiteY17" fmla="*/ 286549 h 1909931"/>
              <a:gd name="connsiteX18" fmla="*/ 7462351 w 7758943"/>
              <a:gd name="connsiteY18" fmla="*/ 452833 h 1909931"/>
              <a:gd name="connsiteX19" fmla="*/ 7326616 w 7758943"/>
              <a:gd name="connsiteY19" fmla="*/ 648035 h 1909931"/>
              <a:gd name="connsiteX20" fmla="*/ 7362601 w 7758943"/>
              <a:gd name="connsiteY20" fmla="*/ 878020 h 1909931"/>
              <a:gd name="connsiteX21" fmla="*/ 7629491 w 7758943"/>
              <a:gd name="connsiteY21" fmla="*/ 888180 h 1909931"/>
              <a:gd name="connsiteX22" fmla="*/ 7661072 w 7758943"/>
              <a:gd name="connsiteY22" fmla="*/ 1345544 h 1909931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54732 h 1880446"/>
              <a:gd name="connsiteX8" fmla="*/ 1097965 w 7758943"/>
              <a:gd name="connsiteY8" fmla="*/ 174297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80446"/>
              <a:gd name="connsiteX1" fmla="*/ 7343255 w 7758943"/>
              <a:gd name="connsiteY1" fmla="*/ 1717983 h 1880446"/>
              <a:gd name="connsiteX2" fmla="*/ 7343341 w 7758943"/>
              <a:gd name="connsiteY2" fmla="*/ 1718365 h 1880446"/>
              <a:gd name="connsiteX3" fmla="*/ 6956667 w 7758943"/>
              <a:gd name="connsiteY3" fmla="*/ 1880446 h 1880446"/>
              <a:gd name="connsiteX4" fmla="*/ 6002092 w 7758943"/>
              <a:gd name="connsiteY4" fmla="*/ 1802806 h 1880446"/>
              <a:gd name="connsiteX5" fmla="*/ 4955339 w 7758943"/>
              <a:gd name="connsiteY5" fmla="*/ 1795877 h 1880446"/>
              <a:gd name="connsiteX6" fmla="*/ 3680407 w 7758943"/>
              <a:gd name="connsiteY6" fmla="*/ 1775578 h 1880446"/>
              <a:gd name="connsiteX7" fmla="*/ 1889027 w 7758943"/>
              <a:gd name="connsiteY7" fmla="*/ 1854732 h 1880446"/>
              <a:gd name="connsiteX8" fmla="*/ 1097965 w 7758943"/>
              <a:gd name="connsiteY8" fmla="*/ 1742972 h 1880446"/>
              <a:gd name="connsiteX9" fmla="*/ 579150 w 7758943"/>
              <a:gd name="connsiteY9" fmla="*/ 1722026 h 1880446"/>
              <a:gd name="connsiteX10" fmla="*/ 269079 w 7758943"/>
              <a:gd name="connsiteY10" fmla="*/ 1508390 h 1880446"/>
              <a:gd name="connsiteX11" fmla="*/ 395549 w 7758943"/>
              <a:gd name="connsiteY11" fmla="*/ 1204371 h 1880446"/>
              <a:gd name="connsiteX12" fmla="*/ 497149 w 7758943"/>
              <a:gd name="connsiteY12" fmla="*/ 949788 h 1880446"/>
              <a:gd name="connsiteX13" fmla="*/ 326673 w 7758943"/>
              <a:gd name="connsiteY13" fmla="*/ 120667 h 1880446"/>
              <a:gd name="connsiteX14" fmla="*/ 2469586 w 7758943"/>
              <a:gd name="connsiteY14" fmla="*/ 44175 h 1880446"/>
              <a:gd name="connsiteX15" fmla="*/ 4076877 w 7758943"/>
              <a:gd name="connsiteY15" fmla="*/ 44175 h 1880446"/>
              <a:gd name="connsiteX16" fmla="*/ 6353797 w 7758943"/>
              <a:gd name="connsiteY16" fmla="*/ 273693 h 1880446"/>
              <a:gd name="connsiteX17" fmla="*/ 7107797 w 7758943"/>
              <a:gd name="connsiteY17" fmla="*/ 286549 h 1880446"/>
              <a:gd name="connsiteX18" fmla="*/ 7462351 w 7758943"/>
              <a:gd name="connsiteY18" fmla="*/ 452833 h 1880446"/>
              <a:gd name="connsiteX19" fmla="*/ 7326616 w 7758943"/>
              <a:gd name="connsiteY19" fmla="*/ 648035 h 1880446"/>
              <a:gd name="connsiteX20" fmla="*/ 7362601 w 7758943"/>
              <a:gd name="connsiteY20" fmla="*/ 878020 h 1880446"/>
              <a:gd name="connsiteX21" fmla="*/ 7629491 w 7758943"/>
              <a:gd name="connsiteY21" fmla="*/ 888180 h 1880446"/>
              <a:gd name="connsiteX22" fmla="*/ 7661072 w 7758943"/>
              <a:gd name="connsiteY22" fmla="*/ 1345544 h 1880446"/>
              <a:gd name="connsiteX0" fmla="*/ 7661072 w 7758943"/>
              <a:gd name="connsiteY0" fmla="*/ 1345544 h 1890509"/>
              <a:gd name="connsiteX1" fmla="*/ 7343255 w 7758943"/>
              <a:gd name="connsiteY1" fmla="*/ 1717983 h 1890509"/>
              <a:gd name="connsiteX2" fmla="*/ 7343341 w 7758943"/>
              <a:gd name="connsiteY2" fmla="*/ 1718365 h 1890509"/>
              <a:gd name="connsiteX3" fmla="*/ 6956667 w 7758943"/>
              <a:gd name="connsiteY3" fmla="*/ 1880446 h 1890509"/>
              <a:gd name="connsiteX4" fmla="*/ 6002092 w 7758943"/>
              <a:gd name="connsiteY4" fmla="*/ 1802806 h 1890509"/>
              <a:gd name="connsiteX5" fmla="*/ 4955339 w 7758943"/>
              <a:gd name="connsiteY5" fmla="*/ 1795877 h 1890509"/>
              <a:gd name="connsiteX6" fmla="*/ 3680407 w 7758943"/>
              <a:gd name="connsiteY6" fmla="*/ 1775578 h 1890509"/>
              <a:gd name="connsiteX7" fmla="*/ 1889027 w 7758943"/>
              <a:gd name="connsiteY7" fmla="*/ 1854732 h 1890509"/>
              <a:gd name="connsiteX8" fmla="*/ 1097965 w 7758943"/>
              <a:gd name="connsiteY8" fmla="*/ 1742972 h 1890509"/>
              <a:gd name="connsiteX9" fmla="*/ 579150 w 7758943"/>
              <a:gd name="connsiteY9" fmla="*/ 1722026 h 1890509"/>
              <a:gd name="connsiteX10" fmla="*/ 269079 w 7758943"/>
              <a:gd name="connsiteY10" fmla="*/ 1508390 h 1890509"/>
              <a:gd name="connsiteX11" fmla="*/ 395549 w 7758943"/>
              <a:gd name="connsiteY11" fmla="*/ 1204371 h 1890509"/>
              <a:gd name="connsiteX12" fmla="*/ 497149 w 7758943"/>
              <a:gd name="connsiteY12" fmla="*/ 949788 h 1890509"/>
              <a:gd name="connsiteX13" fmla="*/ 326673 w 7758943"/>
              <a:gd name="connsiteY13" fmla="*/ 120667 h 1890509"/>
              <a:gd name="connsiteX14" fmla="*/ 2469586 w 7758943"/>
              <a:gd name="connsiteY14" fmla="*/ 44175 h 1890509"/>
              <a:gd name="connsiteX15" fmla="*/ 4076877 w 7758943"/>
              <a:gd name="connsiteY15" fmla="*/ 44175 h 1890509"/>
              <a:gd name="connsiteX16" fmla="*/ 6353797 w 7758943"/>
              <a:gd name="connsiteY16" fmla="*/ 273693 h 1890509"/>
              <a:gd name="connsiteX17" fmla="*/ 7107797 w 7758943"/>
              <a:gd name="connsiteY17" fmla="*/ 286549 h 1890509"/>
              <a:gd name="connsiteX18" fmla="*/ 7462351 w 7758943"/>
              <a:gd name="connsiteY18" fmla="*/ 452833 h 1890509"/>
              <a:gd name="connsiteX19" fmla="*/ 7326616 w 7758943"/>
              <a:gd name="connsiteY19" fmla="*/ 648035 h 1890509"/>
              <a:gd name="connsiteX20" fmla="*/ 7362601 w 7758943"/>
              <a:gd name="connsiteY20" fmla="*/ 878020 h 1890509"/>
              <a:gd name="connsiteX21" fmla="*/ 7629491 w 7758943"/>
              <a:gd name="connsiteY21" fmla="*/ 888180 h 1890509"/>
              <a:gd name="connsiteX22" fmla="*/ 7661072 w 7758943"/>
              <a:gd name="connsiteY22" fmla="*/ 1345544 h 1890509"/>
              <a:gd name="connsiteX0" fmla="*/ 7661072 w 7758943"/>
              <a:gd name="connsiteY0" fmla="*/ 1345544 h 1925503"/>
              <a:gd name="connsiteX1" fmla="*/ 7343255 w 7758943"/>
              <a:gd name="connsiteY1" fmla="*/ 1717983 h 1925503"/>
              <a:gd name="connsiteX2" fmla="*/ 7343341 w 7758943"/>
              <a:gd name="connsiteY2" fmla="*/ 1718365 h 1925503"/>
              <a:gd name="connsiteX3" fmla="*/ 6956667 w 7758943"/>
              <a:gd name="connsiteY3" fmla="*/ 1880446 h 1925503"/>
              <a:gd name="connsiteX4" fmla="*/ 6002092 w 7758943"/>
              <a:gd name="connsiteY4" fmla="*/ 1802806 h 1925503"/>
              <a:gd name="connsiteX5" fmla="*/ 4955339 w 7758943"/>
              <a:gd name="connsiteY5" fmla="*/ 1795877 h 1925503"/>
              <a:gd name="connsiteX6" fmla="*/ 3680407 w 7758943"/>
              <a:gd name="connsiteY6" fmla="*/ 1775578 h 1925503"/>
              <a:gd name="connsiteX7" fmla="*/ 1889027 w 7758943"/>
              <a:gd name="connsiteY7" fmla="*/ 1854732 h 1925503"/>
              <a:gd name="connsiteX8" fmla="*/ 1097965 w 7758943"/>
              <a:gd name="connsiteY8" fmla="*/ 1742972 h 1925503"/>
              <a:gd name="connsiteX9" fmla="*/ 579150 w 7758943"/>
              <a:gd name="connsiteY9" fmla="*/ 1722026 h 1925503"/>
              <a:gd name="connsiteX10" fmla="*/ 269079 w 7758943"/>
              <a:gd name="connsiteY10" fmla="*/ 1508390 h 1925503"/>
              <a:gd name="connsiteX11" fmla="*/ 395549 w 7758943"/>
              <a:gd name="connsiteY11" fmla="*/ 1204371 h 1925503"/>
              <a:gd name="connsiteX12" fmla="*/ 497149 w 7758943"/>
              <a:gd name="connsiteY12" fmla="*/ 949788 h 1925503"/>
              <a:gd name="connsiteX13" fmla="*/ 326673 w 7758943"/>
              <a:gd name="connsiteY13" fmla="*/ 120667 h 1925503"/>
              <a:gd name="connsiteX14" fmla="*/ 2469586 w 7758943"/>
              <a:gd name="connsiteY14" fmla="*/ 44175 h 1925503"/>
              <a:gd name="connsiteX15" fmla="*/ 4076877 w 7758943"/>
              <a:gd name="connsiteY15" fmla="*/ 44175 h 1925503"/>
              <a:gd name="connsiteX16" fmla="*/ 6353797 w 7758943"/>
              <a:gd name="connsiteY16" fmla="*/ 273693 h 1925503"/>
              <a:gd name="connsiteX17" fmla="*/ 7107797 w 7758943"/>
              <a:gd name="connsiteY17" fmla="*/ 286549 h 1925503"/>
              <a:gd name="connsiteX18" fmla="*/ 7462351 w 7758943"/>
              <a:gd name="connsiteY18" fmla="*/ 452833 h 1925503"/>
              <a:gd name="connsiteX19" fmla="*/ 7326616 w 7758943"/>
              <a:gd name="connsiteY19" fmla="*/ 648035 h 1925503"/>
              <a:gd name="connsiteX20" fmla="*/ 7362601 w 7758943"/>
              <a:gd name="connsiteY20" fmla="*/ 878020 h 1925503"/>
              <a:gd name="connsiteX21" fmla="*/ 7629491 w 7758943"/>
              <a:gd name="connsiteY21" fmla="*/ 888180 h 1925503"/>
              <a:gd name="connsiteX22" fmla="*/ 7661072 w 7758943"/>
              <a:gd name="connsiteY22" fmla="*/ 1345544 h 1925503"/>
              <a:gd name="connsiteX0" fmla="*/ 7661072 w 7758943"/>
              <a:gd name="connsiteY0" fmla="*/ 1345544 h 1905431"/>
              <a:gd name="connsiteX1" fmla="*/ 7343255 w 7758943"/>
              <a:gd name="connsiteY1" fmla="*/ 1717983 h 1905431"/>
              <a:gd name="connsiteX2" fmla="*/ 7343341 w 7758943"/>
              <a:gd name="connsiteY2" fmla="*/ 1718365 h 1905431"/>
              <a:gd name="connsiteX3" fmla="*/ 6956667 w 7758943"/>
              <a:gd name="connsiteY3" fmla="*/ 1880446 h 1905431"/>
              <a:gd name="connsiteX4" fmla="*/ 6002092 w 7758943"/>
              <a:gd name="connsiteY4" fmla="*/ 1802806 h 1905431"/>
              <a:gd name="connsiteX5" fmla="*/ 4955339 w 7758943"/>
              <a:gd name="connsiteY5" fmla="*/ 1795877 h 1905431"/>
              <a:gd name="connsiteX6" fmla="*/ 3680407 w 7758943"/>
              <a:gd name="connsiteY6" fmla="*/ 1775578 h 1905431"/>
              <a:gd name="connsiteX7" fmla="*/ 1889027 w 7758943"/>
              <a:gd name="connsiteY7" fmla="*/ 1854732 h 1905431"/>
              <a:gd name="connsiteX8" fmla="*/ 1097965 w 7758943"/>
              <a:gd name="connsiteY8" fmla="*/ 1742972 h 1905431"/>
              <a:gd name="connsiteX9" fmla="*/ 579150 w 7758943"/>
              <a:gd name="connsiteY9" fmla="*/ 1722026 h 1905431"/>
              <a:gd name="connsiteX10" fmla="*/ 269079 w 7758943"/>
              <a:gd name="connsiteY10" fmla="*/ 1508390 h 1905431"/>
              <a:gd name="connsiteX11" fmla="*/ 395549 w 7758943"/>
              <a:gd name="connsiteY11" fmla="*/ 1204371 h 1905431"/>
              <a:gd name="connsiteX12" fmla="*/ 497149 w 7758943"/>
              <a:gd name="connsiteY12" fmla="*/ 949788 h 1905431"/>
              <a:gd name="connsiteX13" fmla="*/ 326673 w 7758943"/>
              <a:gd name="connsiteY13" fmla="*/ 120667 h 1905431"/>
              <a:gd name="connsiteX14" fmla="*/ 2469586 w 7758943"/>
              <a:gd name="connsiteY14" fmla="*/ 44175 h 1905431"/>
              <a:gd name="connsiteX15" fmla="*/ 4076877 w 7758943"/>
              <a:gd name="connsiteY15" fmla="*/ 44175 h 1905431"/>
              <a:gd name="connsiteX16" fmla="*/ 6353797 w 7758943"/>
              <a:gd name="connsiteY16" fmla="*/ 273693 h 1905431"/>
              <a:gd name="connsiteX17" fmla="*/ 7107797 w 7758943"/>
              <a:gd name="connsiteY17" fmla="*/ 286549 h 1905431"/>
              <a:gd name="connsiteX18" fmla="*/ 7462351 w 7758943"/>
              <a:gd name="connsiteY18" fmla="*/ 452833 h 1905431"/>
              <a:gd name="connsiteX19" fmla="*/ 7326616 w 7758943"/>
              <a:gd name="connsiteY19" fmla="*/ 648035 h 1905431"/>
              <a:gd name="connsiteX20" fmla="*/ 7362601 w 7758943"/>
              <a:gd name="connsiteY20" fmla="*/ 878020 h 1905431"/>
              <a:gd name="connsiteX21" fmla="*/ 7629491 w 7758943"/>
              <a:gd name="connsiteY21" fmla="*/ 888180 h 1905431"/>
              <a:gd name="connsiteX22" fmla="*/ 7661072 w 7758943"/>
              <a:gd name="connsiteY22" fmla="*/ 1345544 h 1905431"/>
              <a:gd name="connsiteX0" fmla="*/ 7661072 w 7758943"/>
              <a:gd name="connsiteY0" fmla="*/ 1345544 h 1884966"/>
              <a:gd name="connsiteX1" fmla="*/ 7343255 w 7758943"/>
              <a:gd name="connsiteY1" fmla="*/ 1717983 h 1884966"/>
              <a:gd name="connsiteX2" fmla="*/ 7343341 w 7758943"/>
              <a:gd name="connsiteY2" fmla="*/ 1718365 h 1884966"/>
              <a:gd name="connsiteX3" fmla="*/ 6956667 w 7758943"/>
              <a:gd name="connsiteY3" fmla="*/ 1880446 h 1884966"/>
              <a:gd name="connsiteX4" fmla="*/ 6002092 w 7758943"/>
              <a:gd name="connsiteY4" fmla="*/ 1802806 h 1884966"/>
              <a:gd name="connsiteX5" fmla="*/ 4955339 w 7758943"/>
              <a:gd name="connsiteY5" fmla="*/ 1795877 h 1884966"/>
              <a:gd name="connsiteX6" fmla="*/ 3634687 w 7758943"/>
              <a:gd name="connsiteY6" fmla="*/ 1872098 h 1884966"/>
              <a:gd name="connsiteX7" fmla="*/ 1889027 w 7758943"/>
              <a:gd name="connsiteY7" fmla="*/ 1854732 h 1884966"/>
              <a:gd name="connsiteX8" fmla="*/ 1097965 w 7758943"/>
              <a:gd name="connsiteY8" fmla="*/ 1742972 h 1884966"/>
              <a:gd name="connsiteX9" fmla="*/ 579150 w 7758943"/>
              <a:gd name="connsiteY9" fmla="*/ 1722026 h 1884966"/>
              <a:gd name="connsiteX10" fmla="*/ 269079 w 7758943"/>
              <a:gd name="connsiteY10" fmla="*/ 1508390 h 1884966"/>
              <a:gd name="connsiteX11" fmla="*/ 395549 w 7758943"/>
              <a:gd name="connsiteY11" fmla="*/ 1204371 h 1884966"/>
              <a:gd name="connsiteX12" fmla="*/ 497149 w 7758943"/>
              <a:gd name="connsiteY12" fmla="*/ 949788 h 1884966"/>
              <a:gd name="connsiteX13" fmla="*/ 326673 w 7758943"/>
              <a:gd name="connsiteY13" fmla="*/ 120667 h 1884966"/>
              <a:gd name="connsiteX14" fmla="*/ 2469586 w 7758943"/>
              <a:gd name="connsiteY14" fmla="*/ 44175 h 1884966"/>
              <a:gd name="connsiteX15" fmla="*/ 4076877 w 7758943"/>
              <a:gd name="connsiteY15" fmla="*/ 44175 h 1884966"/>
              <a:gd name="connsiteX16" fmla="*/ 6353797 w 7758943"/>
              <a:gd name="connsiteY16" fmla="*/ 273693 h 1884966"/>
              <a:gd name="connsiteX17" fmla="*/ 7107797 w 7758943"/>
              <a:gd name="connsiteY17" fmla="*/ 286549 h 1884966"/>
              <a:gd name="connsiteX18" fmla="*/ 7462351 w 7758943"/>
              <a:gd name="connsiteY18" fmla="*/ 452833 h 1884966"/>
              <a:gd name="connsiteX19" fmla="*/ 7326616 w 7758943"/>
              <a:gd name="connsiteY19" fmla="*/ 648035 h 1884966"/>
              <a:gd name="connsiteX20" fmla="*/ 7362601 w 7758943"/>
              <a:gd name="connsiteY20" fmla="*/ 878020 h 1884966"/>
              <a:gd name="connsiteX21" fmla="*/ 7629491 w 7758943"/>
              <a:gd name="connsiteY21" fmla="*/ 888180 h 1884966"/>
              <a:gd name="connsiteX22" fmla="*/ 7661072 w 7758943"/>
              <a:gd name="connsiteY22" fmla="*/ 1345544 h 1884966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34687 w 7758943"/>
              <a:gd name="connsiteY6" fmla="*/ 187209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34687 w 7758943"/>
              <a:gd name="connsiteY6" fmla="*/ 187209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34687 w 7758943"/>
              <a:gd name="connsiteY6" fmla="*/ 187209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955339 w 7758943"/>
              <a:gd name="connsiteY5" fmla="*/ 179587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97243"/>
              <a:gd name="connsiteX1" fmla="*/ 7343255 w 7758943"/>
              <a:gd name="connsiteY1" fmla="*/ 1717983 h 1897243"/>
              <a:gd name="connsiteX2" fmla="*/ 7343341 w 7758943"/>
              <a:gd name="connsiteY2" fmla="*/ 1718365 h 1897243"/>
              <a:gd name="connsiteX3" fmla="*/ 6956667 w 7758943"/>
              <a:gd name="connsiteY3" fmla="*/ 1880446 h 1897243"/>
              <a:gd name="connsiteX4" fmla="*/ 6002092 w 7758943"/>
              <a:gd name="connsiteY4" fmla="*/ 1802806 h 1897243"/>
              <a:gd name="connsiteX5" fmla="*/ 4955339 w 7758943"/>
              <a:gd name="connsiteY5" fmla="*/ 1795877 h 1897243"/>
              <a:gd name="connsiteX6" fmla="*/ 3685487 w 7758943"/>
              <a:gd name="connsiteY6" fmla="*/ 1887338 h 1897243"/>
              <a:gd name="connsiteX7" fmla="*/ 2636215 w 7758943"/>
              <a:gd name="connsiteY7" fmla="*/ 1802145 h 1897243"/>
              <a:gd name="connsiteX8" fmla="*/ 1889027 w 7758943"/>
              <a:gd name="connsiteY8" fmla="*/ 1854732 h 1897243"/>
              <a:gd name="connsiteX9" fmla="*/ 1097965 w 7758943"/>
              <a:gd name="connsiteY9" fmla="*/ 1742972 h 1897243"/>
              <a:gd name="connsiteX10" fmla="*/ 579150 w 7758943"/>
              <a:gd name="connsiteY10" fmla="*/ 1722026 h 1897243"/>
              <a:gd name="connsiteX11" fmla="*/ 269079 w 7758943"/>
              <a:gd name="connsiteY11" fmla="*/ 1508390 h 1897243"/>
              <a:gd name="connsiteX12" fmla="*/ 395549 w 7758943"/>
              <a:gd name="connsiteY12" fmla="*/ 1204371 h 1897243"/>
              <a:gd name="connsiteX13" fmla="*/ 497149 w 7758943"/>
              <a:gd name="connsiteY13" fmla="*/ 949788 h 1897243"/>
              <a:gd name="connsiteX14" fmla="*/ 326673 w 7758943"/>
              <a:gd name="connsiteY14" fmla="*/ 120667 h 1897243"/>
              <a:gd name="connsiteX15" fmla="*/ 2469586 w 7758943"/>
              <a:gd name="connsiteY15" fmla="*/ 44175 h 1897243"/>
              <a:gd name="connsiteX16" fmla="*/ 4076877 w 7758943"/>
              <a:gd name="connsiteY16" fmla="*/ 44175 h 1897243"/>
              <a:gd name="connsiteX17" fmla="*/ 6353797 w 7758943"/>
              <a:gd name="connsiteY17" fmla="*/ 273693 h 1897243"/>
              <a:gd name="connsiteX18" fmla="*/ 7107797 w 7758943"/>
              <a:gd name="connsiteY18" fmla="*/ 286549 h 1897243"/>
              <a:gd name="connsiteX19" fmla="*/ 7462351 w 7758943"/>
              <a:gd name="connsiteY19" fmla="*/ 452833 h 1897243"/>
              <a:gd name="connsiteX20" fmla="*/ 7326616 w 7758943"/>
              <a:gd name="connsiteY20" fmla="*/ 648035 h 1897243"/>
              <a:gd name="connsiteX21" fmla="*/ 7362601 w 7758943"/>
              <a:gd name="connsiteY21" fmla="*/ 878020 h 1897243"/>
              <a:gd name="connsiteX22" fmla="*/ 7629491 w 7758943"/>
              <a:gd name="connsiteY22" fmla="*/ 888180 h 1897243"/>
              <a:gd name="connsiteX23" fmla="*/ 7661072 w 7758943"/>
              <a:gd name="connsiteY23" fmla="*/ 1345544 h 1897243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823259 w 7758943"/>
              <a:gd name="connsiteY5" fmla="*/ 180603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823259 w 7758943"/>
              <a:gd name="connsiteY5" fmla="*/ 180603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267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267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107797 w 7758943"/>
              <a:gd name="connsiteY18" fmla="*/ 28654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462351 w 7758943"/>
              <a:gd name="connsiteY19" fmla="*/ 45283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26616 w 7758943"/>
              <a:gd name="connsiteY20" fmla="*/ 64803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2011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27947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58943"/>
              <a:gd name="connsiteY0" fmla="*/ 1345544 h 1888961"/>
              <a:gd name="connsiteX1" fmla="*/ 7343255 w 7758943"/>
              <a:gd name="connsiteY1" fmla="*/ 1717983 h 1888961"/>
              <a:gd name="connsiteX2" fmla="*/ 7343341 w 7758943"/>
              <a:gd name="connsiteY2" fmla="*/ 1718365 h 1888961"/>
              <a:gd name="connsiteX3" fmla="*/ 6956667 w 7758943"/>
              <a:gd name="connsiteY3" fmla="*/ 1880446 h 1888961"/>
              <a:gd name="connsiteX4" fmla="*/ 6002092 w 7758943"/>
              <a:gd name="connsiteY4" fmla="*/ 1802806 h 1888961"/>
              <a:gd name="connsiteX5" fmla="*/ 4752139 w 7758943"/>
              <a:gd name="connsiteY5" fmla="*/ 1785717 h 1888961"/>
              <a:gd name="connsiteX6" fmla="*/ 3685487 w 7758943"/>
              <a:gd name="connsiteY6" fmla="*/ 1887338 h 1888961"/>
              <a:gd name="connsiteX7" fmla="*/ 2636215 w 7758943"/>
              <a:gd name="connsiteY7" fmla="*/ 1802145 h 1888961"/>
              <a:gd name="connsiteX8" fmla="*/ 1889027 w 7758943"/>
              <a:gd name="connsiteY8" fmla="*/ 1854732 h 1888961"/>
              <a:gd name="connsiteX9" fmla="*/ 1097965 w 7758943"/>
              <a:gd name="connsiteY9" fmla="*/ 1742972 h 1888961"/>
              <a:gd name="connsiteX10" fmla="*/ 579150 w 7758943"/>
              <a:gd name="connsiteY10" fmla="*/ 1722026 h 1888961"/>
              <a:gd name="connsiteX11" fmla="*/ 269079 w 7758943"/>
              <a:gd name="connsiteY11" fmla="*/ 1508390 h 1888961"/>
              <a:gd name="connsiteX12" fmla="*/ 395549 w 7758943"/>
              <a:gd name="connsiteY12" fmla="*/ 1204371 h 1888961"/>
              <a:gd name="connsiteX13" fmla="*/ 497149 w 7758943"/>
              <a:gd name="connsiteY13" fmla="*/ 949788 h 1888961"/>
              <a:gd name="connsiteX14" fmla="*/ 326673 w 7758943"/>
              <a:gd name="connsiteY14" fmla="*/ 120667 h 1888961"/>
              <a:gd name="connsiteX15" fmla="*/ 2469586 w 7758943"/>
              <a:gd name="connsiteY15" fmla="*/ 44175 h 1888961"/>
              <a:gd name="connsiteX16" fmla="*/ 4076877 w 7758943"/>
              <a:gd name="connsiteY16" fmla="*/ 44175 h 1888961"/>
              <a:gd name="connsiteX17" fmla="*/ 6353797 w 7758943"/>
              <a:gd name="connsiteY17" fmla="*/ 273693 h 1888961"/>
              <a:gd name="connsiteX18" fmla="*/ 7026517 w 7758943"/>
              <a:gd name="connsiteY18" fmla="*/ 281469 h 1888961"/>
              <a:gd name="connsiteX19" fmla="*/ 7304871 w 7758943"/>
              <a:gd name="connsiteY19" fmla="*/ 396953 h 1888961"/>
              <a:gd name="connsiteX20" fmla="*/ 7301216 w 7758943"/>
              <a:gd name="connsiteY20" fmla="*/ 632795 h 1888961"/>
              <a:gd name="connsiteX21" fmla="*/ 7362601 w 7758943"/>
              <a:gd name="connsiteY21" fmla="*/ 878020 h 1888961"/>
              <a:gd name="connsiteX22" fmla="*/ 7629491 w 7758943"/>
              <a:gd name="connsiteY22" fmla="*/ 888180 h 1888961"/>
              <a:gd name="connsiteX23" fmla="*/ 7661072 w 7758943"/>
              <a:gd name="connsiteY23" fmla="*/ 1345544 h 1888961"/>
              <a:gd name="connsiteX0" fmla="*/ 7661072 w 7787272"/>
              <a:gd name="connsiteY0" fmla="*/ 1345544 h 1888961"/>
              <a:gd name="connsiteX1" fmla="*/ 7343255 w 7787272"/>
              <a:gd name="connsiteY1" fmla="*/ 1717983 h 1888961"/>
              <a:gd name="connsiteX2" fmla="*/ 7343341 w 7787272"/>
              <a:gd name="connsiteY2" fmla="*/ 1718365 h 1888961"/>
              <a:gd name="connsiteX3" fmla="*/ 6956667 w 7787272"/>
              <a:gd name="connsiteY3" fmla="*/ 1880446 h 1888961"/>
              <a:gd name="connsiteX4" fmla="*/ 6002092 w 7787272"/>
              <a:gd name="connsiteY4" fmla="*/ 1802806 h 1888961"/>
              <a:gd name="connsiteX5" fmla="*/ 4752139 w 7787272"/>
              <a:gd name="connsiteY5" fmla="*/ 1785717 h 1888961"/>
              <a:gd name="connsiteX6" fmla="*/ 3685487 w 7787272"/>
              <a:gd name="connsiteY6" fmla="*/ 1887338 h 1888961"/>
              <a:gd name="connsiteX7" fmla="*/ 2636215 w 7787272"/>
              <a:gd name="connsiteY7" fmla="*/ 1802145 h 1888961"/>
              <a:gd name="connsiteX8" fmla="*/ 1889027 w 7787272"/>
              <a:gd name="connsiteY8" fmla="*/ 1854732 h 1888961"/>
              <a:gd name="connsiteX9" fmla="*/ 1097965 w 7787272"/>
              <a:gd name="connsiteY9" fmla="*/ 1742972 h 1888961"/>
              <a:gd name="connsiteX10" fmla="*/ 579150 w 7787272"/>
              <a:gd name="connsiteY10" fmla="*/ 1722026 h 1888961"/>
              <a:gd name="connsiteX11" fmla="*/ 269079 w 7787272"/>
              <a:gd name="connsiteY11" fmla="*/ 1508390 h 1888961"/>
              <a:gd name="connsiteX12" fmla="*/ 395549 w 7787272"/>
              <a:gd name="connsiteY12" fmla="*/ 1204371 h 1888961"/>
              <a:gd name="connsiteX13" fmla="*/ 497149 w 7787272"/>
              <a:gd name="connsiteY13" fmla="*/ 949788 h 1888961"/>
              <a:gd name="connsiteX14" fmla="*/ 326673 w 7787272"/>
              <a:gd name="connsiteY14" fmla="*/ 120667 h 1888961"/>
              <a:gd name="connsiteX15" fmla="*/ 2469586 w 7787272"/>
              <a:gd name="connsiteY15" fmla="*/ 44175 h 1888961"/>
              <a:gd name="connsiteX16" fmla="*/ 4076877 w 7787272"/>
              <a:gd name="connsiteY16" fmla="*/ 44175 h 1888961"/>
              <a:gd name="connsiteX17" fmla="*/ 6353797 w 7787272"/>
              <a:gd name="connsiteY17" fmla="*/ 273693 h 1888961"/>
              <a:gd name="connsiteX18" fmla="*/ 7026517 w 7787272"/>
              <a:gd name="connsiteY18" fmla="*/ 281469 h 1888961"/>
              <a:gd name="connsiteX19" fmla="*/ 7304871 w 7787272"/>
              <a:gd name="connsiteY19" fmla="*/ 396953 h 1888961"/>
              <a:gd name="connsiteX20" fmla="*/ 7301216 w 7787272"/>
              <a:gd name="connsiteY20" fmla="*/ 632795 h 1888961"/>
              <a:gd name="connsiteX21" fmla="*/ 7362601 w 7787272"/>
              <a:gd name="connsiteY21" fmla="*/ 878020 h 1888961"/>
              <a:gd name="connsiteX22" fmla="*/ 7675211 w 7787272"/>
              <a:gd name="connsiteY22" fmla="*/ 989780 h 1888961"/>
              <a:gd name="connsiteX23" fmla="*/ 7661072 w 7787272"/>
              <a:gd name="connsiteY23" fmla="*/ 1345544 h 1888961"/>
              <a:gd name="connsiteX0" fmla="*/ 7661072 w 7705233"/>
              <a:gd name="connsiteY0" fmla="*/ 1345544 h 1888961"/>
              <a:gd name="connsiteX1" fmla="*/ 7343255 w 7705233"/>
              <a:gd name="connsiteY1" fmla="*/ 1717983 h 1888961"/>
              <a:gd name="connsiteX2" fmla="*/ 7343341 w 7705233"/>
              <a:gd name="connsiteY2" fmla="*/ 1718365 h 1888961"/>
              <a:gd name="connsiteX3" fmla="*/ 6956667 w 7705233"/>
              <a:gd name="connsiteY3" fmla="*/ 1880446 h 1888961"/>
              <a:gd name="connsiteX4" fmla="*/ 6002092 w 7705233"/>
              <a:gd name="connsiteY4" fmla="*/ 1802806 h 1888961"/>
              <a:gd name="connsiteX5" fmla="*/ 4752139 w 7705233"/>
              <a:gd name="connsiteY5" fmla="*/ 1785717 h 1888961"/>
              <a:gd name="connsiteX6" fmla="*/ 3685487 w 7705233"/>
              <a:gd name="connsiteY6" fmla="*/ 1887338 h 1888961"/>
              <a:gd name="connsiteX7" fmla="*/ 2636215 w 7705233"/>
              <a:gd name="connsiteY7" fmla="*/ 1802145 h 1888961"/>
              <a:gd name="connsiteX8" fmla="*/ 1889027 w 7705233"/>
              <a:gd name="connsiteY8" fmla="*/ 1854732 h 1888961"/>
              <a:gd name="connsiteX9" fmla="*/ 1097965 w 7705233"/>
              <a:gd name="connsiteY9" fmla="*/ 1742972 h 1888961"/>
              <a:gd name="connsiteX10" fmla="*/ 579150 w 7705233"/>
              <a:gd name="connsiteY10" fmla="*/ 1722026 h 1888961"/>
              <a:gd name="connsiteX11" fmla="*/ 269079 w 7705233"/>
              <a:gd name="connsiteY11" fmla="*/ 1508390 h 1888961"/>
              <a:gd name="connsiteX12" fmla="*/ 395549 w 7705233"/>
              <a:gd name="connsiteY12" fmla="*/ 1204371 h 1888961"/>
              <a:gd name="connsiteX13" fmla="*/ 497149 w 7705233"/>
              <a:gd name="connsiteY13" fmla="*/ 949788 h 1888961"/>
              <a:gd name="connsiteX14" fmla="*/ 326673 w 7705233"/>
              <a:gd name="connsiteY14" fmla="*/ 120667 h 1888961"/>
              <a:gd name="connsiteX15" fmla="*/ 2469586 w 7705233"/>
              <a:gd name="connsiteY15" fmla="*/ 44175 h 1888961"/>
              <a:gd name="connsiteX16" fmla="*/ 4076877 w 7705233"/>
              <a:gd name="connsiteY16" fmla="*/ 44175 h 1888961"/>
              <a:gd name="connsiteX17" fmla="*/ 6353797 w 7705233"/>
              <a:gd name="connsiteY17" fmla="*/ 273693 h 1888961"/>
              <a:gd name="connsiteX18" fmla="*/ 7026517 w 7705233"/>
              <a:gd name="connsiteY18" fmla="*/ 281469 h 1888961"/>
              <a:gd name="connsiteX19" fmla="*/ 7304871 w 7705233"/>
              <a:gd name="connsiteY19" fmla="*/ 396953 h 1888961"/>
              <a:gd name="connsiteX20" fmla="*/ 7301216 w 7705233"/>
              <a:gd name="connsiteY20" fmla="*/ 632795 h 1888961"/>
              <a:gd name="connsiteX21" fmla="*/ 7362601 w 7705233"/>
              <a:gd name="connsiteY21" fmla="*/ 878020 h 1888961"/>
              <a:gd name="connsiteX22" fmla="*/ 7675211 w 7705233"/>
              <a:gd name="connsiteY22" fmla="*/ 989780 h 1888961"/>
              <a:gd name="connsiteX23" fmla="*/ 7661072 w 7705233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304871 w 7723529"/>
              <a:gd name="connsiteY19" fmla="*/ 396953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355671 w 7723529"/>
              <a:gd name="connsiteY19" fmla="*/ 349328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355671 w 7723529"/>
              <a:gd name="connsiteY19" fmla="*/ 349328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301216 w 7723529"/>
              <a:gd name="connsiteY20" fmla="*/ 632795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79471 w 7723529"/>
              <a:gd name="connsiteY19" fmla="*/ 390603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81058 w 7723529"/>
              <a:gd name="connsiteY19" fmla="*/ 387428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81058 w 7723529"/>
              <a:gd name="connsiteY19" fmla="*/ 387428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23529"/>
              <a:gd name="connsiteY0" fmla="*/ 1345544 h 1888961"/>
              <a:gd name="connsiteX1" fmla="*/ 7343255 w 7723529"/>
              <a:gd name="connsiteY1" fmla="*/ 1717983 h 1888961"/>
              <a:gd name="connsiteX2" fmla="*/ 7343341 w 7723529"/>
              <a:gd name="connsiteY2" fmla="*/ 1718365 h 1888961"/>
              <a:gd name="connsiteX3" fmla="*/ 6956667 w 7723529"/>
              <a:gd name="connsiteY3" fmla="*/ 1880446 h 1888961"/>
              <a:gd name="connsiteX4" fmla="*/ 6002092 w 7723529"/>
              <a:gd name="connsiteY4" fmla="*/ 1802806 h 1888961"/>
              <a:gd name="connsiteX5" fmla="*/ 4752139 w 7723529"/>
              <a:gd name="connsiteY5" fmla="*/ 1785717 h 1888961"/>
              <a:gd name="connsiteX6" fmla="*/ 3685487 w 7723529"/>
              <a:gd name="connsiteY6" fmla="*/ 1887338 h 1888961"/>
              <a:gd name="connsiteX7" fmla="*/ 2636215 w 7723529"/>
              <a:gd name="connsiteY7" fmla="*/ 1802145 h 1888961"/>
              <a:gd name="connsiteX8" fmla="*/ 1889027 w 7723529"/>
              <a:gd name="connsiteY8" fmla="*/ 1854732 h 1888961"/>
              <a:gd name="connsiteX9" fmla="*/ 1097965 w 7723529"/>
              <a:gd name="connsiteY9" fmla="*/ 1742972 h 1888961"/>
              <a:gd name="connsiteX10" fmla="*/ 579150 w 7723529"/>
              <a:gd name="connsiteY10" fmla="*/ 1722026 h 1888961"/>
              <a:gd name="connsiteX11" fmla="*/ 269079 w 7723529"/>
              <a:gd name="connsiteY11" fmla="*/ 1508390 h 1888961"/>
              <a:gd name="connsiteX12" fmla="*/ 395549 w 7723529"/>
              <a:gd name="connsiteY12" fmla="*/ 1204371 h 1888961"/>
              <a:gd name="connsiteX13" fmla="*/ 497149 w 7723529"/>
              <a:gd name="connsiteY13" fmla="*/ 949788 h 1888961"/>
              <a:gd name="connsiteX14" fmla="*/ 326673 w 7723529"/>
              <a:gd name="connsiteY14" fmla="*/ 120667 h 1888961"/>
              <a:gd name="connsiteX15" fmla="*/ 2469586 w 7723529"/>
              <a:gd name="connsiteY15" fmla="*/ 44175 h 1888961"/>
              <a:gd name="connsiteX16" fmla="*/ 4076877 w 7723529"/>
              <a:gd name="connsiteY16" fmla="*/ 44175 h 1888961"/>
              <a:gd name="connsiteX17" fmla="*/ 6353797 w 7723529"/>
              <a:gd name="connsiteY17" fmla="*/ 273693 h 1888961"/>
              <a:gd name="connsiteX18" fmla="*/ 7026517 w 7723529"/>
              <a:gd name="connsiteY18" fmla="*/ 281469 h 1888961"/>
              <a:gd name="connsiteX19" fmla="*/ 7281058 w 7723529"/>
              <a:gd name="connsiteY19" fmla="*/ 387428 h 1888961"/>
              <a:gd name="connsiteX20" fmla="*/ 7298041 w 7723529"/>
              <a:gd name="connsiteY20" fmla="*/ 642320 h 1888961"/>
              <a:gd name="connsiteX21" fmla="*/ 7362601 w 7723529"/>
              <a:gd name="connsiteY21" fmla="*/ 878020 h 1888961"/>
              <a:gd name="connsiteX22" fmla="*/ 7675211 w 7723529"/>
              <a:gd name="connsiteY22" fmla="*/ 989780 h 1888961"/>
              <a:gd name="connsiteX23" fmla="*/ 7661072 w 7723529"/>
              <a:gd name="connsiteY23" fmla="*/ 1345544 h 1888961"/>
              <a:gd name="connsiteX0" fmla="*/ 7661072 w 7711886"/>
              <a:gd name="connsiteY0" fmla="*/ 1345544 h 1888961"/>
              <a:gd name="connsiteX1" fmla="*/ 7343255 w 7711886"/>
              <a:gd name="connsiteY1" fmla="*/ 1717983 h 1888961"/>
              <a:gd name="connsiteX2" fmla="*/ 7343341 w 7711886"/>
              <a:gd name="connsiteY2" fmla="*/ 1718365 h 1888961"/>
              <a:gd name="connsiteX3" fmla="*/ 6956667 w 7711886"/>
              <a:gd name="connsiteY3" fmla="*/ 1880446 h 1888961"/>
              <a:gd name="connsiteX4" fmla="*/ 6002092 w 7711886"/>
              <a:gd name="connsiteY4" fmla="*/ 1802806 h 1888961"/>
              <a:gd name="connsiteX5" fmla="*/ 4752139 w 7711886"/>
              <a:gd name="connsiteY5" fmla="*/ 1785717 h 1888961"/>
              <a:gd name="connsiteX6" fmla="*/ 3685487 w 7711886"/>
              <a:gd name="connsiteY6" fmla="*/ 1887338 h 1888961"/>
              <a:gd name="connsiteX7" fmla="*/ 2636215 w 7711886"/>
              <a:gd name="connsiteY7" fmla="*/ 1802145 h 1888961"/>
              <a:gd name="connsiteX8" fmla="*/ 1889027 w 7711886"/>
              <a:gd name="connsiteY8" fmla="*/ 1854732 h 1888961"/>
              <a:gd name="connsiteX9" fmla="*/ 1097965 w 7711886"/>
              <a:gd name="connsiteY9" fmla="*/ 1742972 h 1888961"/>
              <a:gd name="connsiteX10" fmla="*/ 579150 w 7711886"/>
              <a:gd name="connsiteY10" fmla="*/ 1722026 h 1888961"/>
              <a:gd name="connsiteX11" fmla="*/ 269079 w 7711886"/>
              <a:gd name="connsiteY11" fmla="*/ 1508390 h 1888961"/>
              <a:gd name="connsiteX12" fmla="*/ 395549 w 7711886"/>
              <a:gd name="connsiteY12" fmla="*/ 1204371 h 1888961"/>
              <a:gd name="connsiteX13" fmla="*/ 497149 w 7711886"/>
              <a:gd name="connsiteY13" fmla="*/ 949788 h 1888961"/>
              <a:gd name="connsiteX14" fmla="*/ 326673 w 7711886"/>
              <a:gd name="connsiteY14" fmla="*/ 120667 h 1888961"/>
              <a:gd name="connsiteX15" fmla="*/ 2469586 w 7711886"/>
              <a:gd name="connsiteY15" fmla="*/ 44175 h 1888961"/>
              <a:gd name="connsiteX16" fmla="*/ 4076877 w 7711886"/>
              <a:gd name="connsiteY16" fmla="*/ 44175 h 1888961"/>
              <a:gd name="connsiteX17" fmla="*/ 6353797 w 7711886"/>
              <a:gd name="connsiteY17" fmla="*/ 273693 h 1888961"/>
              <a:gd name="connsiteX18" fmla="*/ 7026517 w 7711886"/>
              <a:gd name="connsiteY18" fmla="*/ 281469 h 1888961"/>
              <a:gd name="connsiteX19" fmla="*/ 7281058 w 7711886"/>
              <a:gd name="connsiteY19" fmla="*/ 387428 h 1888961"/>
              <a:gd name="connsiteX20" fmla="*/ 7298041 w 7711886"/>
              <a:gd name="connsiteY20" fmla="*/ 642320 h 1888961"/>
              <a:gd name="connsiteX21" fmla="*/ 7362601 w 7711886"/>
              <a:gd name="connsiteY21" fmla="*/ 878020 h 1888961"/>
              <a:gd name="connsiteX22" fmla="*/ 7675211 w 7711886"/>
              <a:gd name="connsiteY22" fmla="*/ 989780 h 1888961"/>
              <a:gd name="connsiteX23" fmla="*/ 7661072 w 7711886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62601 w 7710641"/>
              <a:gd name="connsiteY21" fmla="*/ 8780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62601 w 7710641"/>
              <a:gd name="connsiteY21" fmla="*/ 8780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91176 w 7710641"/>
              <a:gd name="connsiteY21" fmla="*/ 854208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91176 w 7710641"/>
              <a:gd name="connsiteY21" fmla="*/ 854208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8961"/>
              <a:gd name="connsiteX1" fmla="*/ 7343255 w 7710641"/>
              <a:gd name="connsiteY1" fmla="*/ 1717983 h 1888961"/>
              <a:gd name="connsiteX2" fmla="*/ 7343341 w 7710641"/>
              <a:gd name="connsiteY2" fmla="*/ 1718365 h 1888961"/>
              <a:gd name="connsiteX3" fmla="*/ 6956667 w 7710641"/>
              <a:gd name="connsiteY3" fmla="*/ 1880446 h 1888961"/>
              <a:gd name="connsiteX4" fmla="*/ 6002092 w 7710641"/>
              <a:gd name="connsiteY4" fmla="*/ 1802806 h 1888961"/>
              <a:gd name="connsiteX5" fmla="*/ 4752139 w 7710641"/>
              <a:gd name="connsiteY5" fmla="*/ 1785717 h 1888961"/>
              <a:gd name="connsiteX6" fmla="*/ 3685487 w 7710641"/>
              <a:gd name="connsiteY6" fmla="*/ 1887338 h 1888961"/>
              <a:gd name="connsiteX7" fmla="*/ 2636215 w 7710641"/>
              <a:gd name="connsiteY7" fmla="*/ 1802145 h 1888961"/>
              <a:gd name="connsiteX8" fmla="*/ 1889027 w 7710641"/>
              <a:gd name="connsiteY8" fmla="*/ 1854732 h 1888961"/>
              <a:gd name="connsiteX9" fmla="*/ 1097965 w 7710641"/>
              <a:gd name="connsiteY9" fmla="*/ 1742972 h 1888961"/>
              <a:gd name="connsiteX10" fmla="*/ 579150 w 7710641"/>
              <a:gd name="connsiteY10" fmla="*/ 1722026 h 1888961"/>
              <a:gd name="connsiteX11" fmla="*/ 269079 w 7710641"/>
              <a:gd name="connsiteY11" fmla="*/ 1508390 h 1888961"/>
              <a:gd name="connsiteX12" fmla="*/ 395549 w 7710641"/>
              <a:gd name="connsiteY12" fmla="*/ 1204371 h 1888961"/>
              <a:gd name="connsiteX13" fmla="*/ 497149 w 7710641"/>
              <a:gd name="connsiteY13" fmla="*/ 949788 h 1888961"/>
              <a:gd name="connsiteX14" fmla="*/ 326673 w 7710641"/>
              <a:gd name="connsiteY14" fmla="*/ 120667 h 1888961"/>
              <a:gd name="connsiteX15" fmla="*/ 2469586 w 7710641"/>
              <a:gd name="connsiteY15" fmla="*/ 44175 h 1888961"/>
              <a:gd name="connsiteX16" fmla="*/ 4076877 w 7710641"/>
              <a:gd name="connsiteY16" fmla="*/ 44175 h 1888961"/>
              <a:gd name="connsiteX17" fmla="*/ 6353797 w 7710641"/>
              <a:gd name="connsiteY17" fmla="*/ 273693 h 1888961"/>
              <a:gd name="connsiteX18" fmla="*/ 7026517 w 7710641"/>
              <a:gd name="connsiteY18" fmla="*/ 281469 h 1888961"/>
              <a:gd name="connsiteX19" fmla="*/ 7281058 w 7710641"/>
              <a:gd name="connsiteY19" fmla="*/ 387428 h 1888961"/>
              <a:gd name="connsiteX20" fmla="*/ 7298041 w 7710641"/>
              <a:gd name="connsiteY20" fmla="*/ 642320 h 1888961"/>
              <a:gd name="connsiteX21" fmla="*/ 7380064 w 7710641"/>
              <a:gd name="connsiteY21" fmla="*/ 865320 h 1888961"/>
              <a:gd name="connsiteX22" fmla="*/ 7672036 w 7710641"/>
              <a:gd name="connsiteY22" fmla="*/ 996130 h 1888961"/>
              <a:gd name="connsiteX23" fmla="*/ 7661072 w 7710641"/>
              <a:gd name="connsiteY23" fmla="*/ 1345544 h 1888961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097965 w 7710641"/>
              <a:gd name="connsiteY9" fmla="*/ 17429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835674 w 7710641"/>
              <a:gd name="connsiteY10" fmla="*/ 1726263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946799 w 7710641"/>
              <a:gd name="connsiteY10" fmla="*/ 1731025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946799 w 7710641"/>
              <a:gd name="connsiteY10" fmla="*/ 1731025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946799 w 7710641"/>
              <a:gd name="connsiteY10" fmla="*/ 1731025 h 1887718"/>
              <a:gd name="connsiteX11" fmla="*/ 579150 w 7710641"/>
              <a:gd name="connsiteY11" fmla="*/ 1722026 h 1887718"/>
              <a:gd name="connsiteX12" fmla="*/ 269079 w 7710641"/>
              <a:gd name="connsiteY12" fmla="*/ 1508390 h 1887718"/>
              <a:gd name="connsiteX13" fmla="*/ 395549 w 7710641"/>
              <a:gd name="connsiteY13" fmla="*/ 1204371 h 1887718"/>
              <a:gd name="connsiteX14" fmla="*/ 497149 w 7710641"/>
              <a:gd name="connsiteY14" fmla="*/ 949788 h 1887718"/>
              <a:gd name="connsiteX15" fmla="*/ 326673 w 7710641"/>
              <a:gd name="connsiteY15" fmla="*/ 120667 h 1887718"/>
              <a:gd name="connsiteX16" fmla="*/ 2469586 w 7710641"/>
              <a:gd name="connsiteY16" fmla="*/ 44175 h 1887718"/>
              <a:gd name="connsiteX17" fmla="*/ 4076877 w 7710641"/>
              <a:gd name="connsiteY17" fmla="*/ 44175 h 1887718"/>
              <a:gd name="connsiteX18" fmla="*/ 6353797 w 7710641"/>
              <a:gd name="connsiteY18" fmla="*/ 273693 h 1887718"/>
              <a:gd name="connsiteX19" fmla="*/ 7026517 w 7710641"/>
              <a:gd name="connsiteY19" fmla="*/ 281469 h 1887718"/>
              <a:gd name="connsiteX20" fmla="*/ 7281058 w 7710641"/>
              <a:gd name="connsiteY20" fmla="*/ 387428 h 1887718"/>
              <a:gd name="connsiteX21" fmla="*/ 7298041 w 7710641"/>
              <a:gd name="connsiteY21" fmla="*/ 642320 h 1887718"/>
              <a:gd name="connsiteX22" fmla="*/ 7380064 w 7710641"/>
              <a:gd name="connsiteY22" fmla="*/ 865320 h 1887718"/>
              <a:gd name="connsiteX23" fmla="*/ 7672036 w 7710641"/>
              <a:gd name="connsiteY23" fmla="*/ 996130 h 1887718"/>
              <a:gd name="connsiteX24" fmla="*/ 7661072 w 7710641"/>
              <a:gd name="connsiteY24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15061 w 7710641"/>
              <a:gd name="connsiteY10" fmla="*/ 1740550 h 1887718"/>
              <a:gd name="connsiteX11" fmla="*/ 946799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15061 w 7710641"/>
              <a:gd name="connsiteY10" fmla="*/ 1740550 h 1887718"/>
              <a:gd name="connsiteX11" fmla="*/ 946799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946799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661072 w 7710641"/>
              <a:gd name="connsiteY0" fmla="*/ 1345544 h 1887718"/>
              <a:gd name="connsiteX1" fmla="*/ 7343255 w 7710641"/>
              <a:gd name="connsiteY1" fmla="*/ 1717983 h 1887718"/>
              <a:gd name="connsiteX2" fmla="*/ 7343341 w 7710641"/>
              <a:gd name="connsiteY2" fmla="*/ 1718365 h 1887718"/>
              <a:gd name="connsiteX3" fmla="*/ 6956667 w 7710641"/>
              <a:gd name="connsiteY3" fmla="*/ 1880446 h 1887718"/>
              <a:gd name="connsiteX4" fmla="*/ 6002092 w 7710641"/>
              <a:gd name="connsiteY4" fmla="*/ 1802806 h 1887718"/>
              <a:gd name="connsiteX5" fmla="*/ 4752139 w 7710641"/>
              <a:gd name="connsiteY5" fmla="*/ 1785717 h 1887718"/>
              <a:gd name="connsiteX6" fmla="*/ 3685487 w 7710641"/>
              <a:gd name="connsiteY6" fmla="*/ 1887338 h 1887718"/>
              <a:gd name="connsiteX7" fmla="*/ 2636215 w 7710641"/>
              <a:gd name="connsiteY7" fmla="*/ 1802145 h 1887718"/>
              <a:gd name="connsiteX8" fmla="*/ 1889027 w 7710641"/>
              <a:gd name="connsiteY8" fmla="*/ 1854732 h 1887718"/>
              <a:gd name="connsiteX9" fmla="*/ 1263065 w 7710641"/>
              <a:gd name="connsiteY9" fmla="*/ 1768372 h 1887718"/>
              <a:gd name="connsiteX10" fmla="*/ 1081736 w 7710641"/>
              <a:gd name="connsiteY10" fmla="*/ 1748488 h 1887718"/>
              <a:gd name="connsiteX11" fmla="*/ 894411 w 7710641"/>
              <a:gd name="connsiteY11" fmla="*/ 1731025 h 1887718"/>
              <a:gd name="connsiteX12" fmla="*/ 579150 w 7710641"/>
              <a:gd name="connsiteY12" fmla="*/ 1722026 h 1887718"/>
              <a:gd name="connsiteX13" fmla="*/ 269079 w 7710641"/>
              <a:gd name="connsiteY13" fmla="*/ 1508390 h 1887718"/>
              <a:gd name="connsiteX14" fmla="*/ 395549 w 7710641"/>
              <a:gd name="connsiteY14" fmla="*/ 1204371 h 1887718"/>
              <a:gd name="connsiteX15" fmla="*/ 497149 w 7710641"/>
              <a:gd name="connsiteY15" fmla="*/ 949788 h 1887718"/>
              <a:gd name="connsiteX16" fmla="*/ 326673 w 7710641"/>
              <a:gd name="connsiteY16" fmla="*/ 120667 h 1887718"/>
              <a:gd name="connsiteX17" fmla="*/ 2469586 w 7710641"/>
              <a:gd name="connsiteY17" fmla="*/ 44175 h 1887718"/>
              <a:gd name="connsiteX18" fmla="*/ 4076877 w 7710641"/>
              <a:gd name="connsiteY18" fmla="*/ 44175 h 1887718"/>
              <a:gd name="connsiteX19" fmla="*/ 6353797 w 7710641"/>
              <a:gd name="connsiteY19" fmla="*/ 273693 h 1887718"/>
              <a:gd name="connsiteX20" fmla="*/ 7026517 w 7710641"/>
              <a:gd name="connsiteY20" fmla="*/ 281469 h 1887718"/>
              <a:gd name="connsiteX21" fmla="*/ 7281058 w 7710641"/>
              <a:gd name="connsiteY21" fmla="*/ 387428 h 1887718"/>
              <a:gd name="connsiteX22" fmla="*/ 7298041 w 7710641"/>
              <a:gd name="connsiteY22" fmla="*/ 642320 h 1887718"/>
              <a:gd name="connsiteX23" fmla="*/ 7380064 w 7710641"/>
              <a:gd name="connsiteY23" fmla="*/ 865320 h 1887718"/>
              <a:gd name="connsiteX24" fmla="*/ 7672036 w 7710641"/>
              <a:gd name="connsiteY24" fmla="*/ 996130 h 1887718"/>
              <a:gd name="connsiteX25" fmla="*/ 7661072 w 7710641"/>
              <a:gd name="connsiteY25" fmla="*/ 1345544 h 1887718"/>
              <a:gd name="connsiteX0" fmla="*/ 7588430 w 7637999"/>
              <a:gd name="connsiteY0" fmla="*/ 1345544 h 1887718"/>
              <a:gd name="connsiteX1" fmla="*/ 7270613 w 7637999"/>
              <a:gd name="connsiteY1" fmla="*/ 1717983 h 1887718"/>
              <a:gd name="connsiteX2" fmla="*/ 7270699 w 7637999"/>
              <a:gd name="connsiteY2" fmla="*/ 1718365 h 1887718"/>
              <a:gd name="connsiteX3" fmla="*/ 6884025 w 7637999"/>
              <a:gd name="connsiteY3" fmla="*/ 1880446 h 1887718"/>
              <a:gd name="connsiteX4" fmla="*/ 5929450 w 7637999"/>
              <a:gd name="connsiteY4" fmla="*/ 1802806 h 1887718"/>
              <a:gd name="connsiteX5" fmla="*/ 4679497 w 7637999"/>
              <a:gd name="connsiteY5" fmla="*/ 1785717 h 1887718"/>
              <a:gd name="connsiteX6" fmla="*/ 3612845 w 7637999"/>
              <a:gd name="connsiteY6" fmla="*/ 1887338 h 1887718"/>
              <a:gd name="connsiteX7" fmla="*/ 2563573 w 7637999"/>
              <a:gd name="connsiteY7" fmla="*/ 1802145 h 1887718"/>
              <a:gd name="connsiteX8" fmla="*/ 1816385 w 7637999"/>
              <a:gd name="connsiteY8" fmla="*/ 1854732 h 1887718"/>
              <a:gd name="connsiteX9" fmla="*/ 1190423 w 7637999"/>
              <a:gd name="connsiteY9" fmla="*/ 1768372 h 1887718"/>
              <a:gd name="connsiteX10" fmla="*/ 1009094 w 7637999"/>
              <a:gd name="connsiteY10" fmla="*/ 1748488 h 1887718"/>
              <a:gd name="connsiteX11" fmla="*/ 821769 w 7637999"/>
              <a:gd name="connsiteY11" fmla="*/ 1731025 h 1887718"/>
              <a:gd name="connsiteX12" fmla="*/ 506508 w 7637999"/>
              <a:gd name="connsiteY12" fmla="*/ 1722026 h 1887718"/>
              <a:gd name="connsiteX13" fmla="*/ 196437 w 7637999"/>
              <a:gd name="connsiteY13" fmla="*/ 1508390 h 1887718"/>
              <a:gd name="connsiteX14" fmla="*/ 322907 w 7637999"/>
              <a:gd name="connsiteY14" fmla="*/ 1204371 h 1887718"/>
              <a:gd name="connsiteX15" fmla="*/ 424507 w 7637999"/>
              <a:gd name="connsiteY15" fmla="*/ 949788 h 1887718"/>
              <a:gd name="connsiteX16" fmla="*/ 59769 w 7637999"/>
              <a:gd name="connsiteY16" fmla="*/ 729313 h 1887718"/>
              <a:gd name="connsiteX17" fmla="*/ 254031 w 7637999"/>
              <a:gd name="connsiteY17" fmla="*/ 120667 h 1887718"/>
              <a:gd name="connsiteX18" fmla="*/ 2396944 w 7637999"/>
              <a:gd name="connsiteY18" fmla="*/ 44175 h 1887718"/>
              <a:gd name="connsiteX19" fmla="*/ 4004235 w 7637999"/>
              <a:gd name="connsiteY19" fmla="*/ 44175 h 1887718"/>
              <a:gd name="connsiteX20" fmla="*/ 6281155 w 7637999"/>
              <a:gd name="connsiteY20" fmla="*/ 273693 h 1887718"/>
              <a:gd name="connsiteX21" fmla="*/ 6953875 w 7637999"/>
              <a:gd name="connsiteY21" fmla="*/ 281469 h 1887718"/>
              <a:gd name="connsiteX22" fmla="*/ 7208416 w 7637999"/>
              <a:gd name="connsiteY22" fmla="*/ 387428 h 1887718"/>
              <a:gd name="connsiteX23" fmla="*/ 7225399 w 7637999"/>
              <a:gd name="connsiteY23" fmla="*/ 642320 h 1887718"/>
              <a:gd name="connsiteX24" fmla="*/ 7307422 w 7637999"/>
              <a:gd name="connsiteY24" fmla="*/ 865320 h 1887718"/>
              <a:gd name="connsiteX25" fmla="*/ 7599394 w 7637999"/>
              <a:gd name="connsiteY25" fmla="*/ 996130 h 1887718"/>
              <a:gd name="connsiteX26" fmla="*/ 7588430 w 7637999"/>
              <a:gd name="connsiteY26" fmla="*/ 1345544 h 1887718"/>
              <a:gd name="connsiteX0" fmla="*/ 7608933 w 7658502"/>
              <a:gd name="connsiteY0" fmla="*/ 1345544 h 1887718"/>
              <a:gd name="connsiteX1" fmla="*/ 7291116 w 7658502"/>
              <a:gd name="connsiteY1" fmla="*/ 1717983 h 1887718"/>
              <a:gd name="connsiteX2" fmla="*/ 7291202 w 7658502"/>
              <a:gd name="connsiteY2" fmla="*/ 1718365 h 1887718"/>
              <a:gd name="connsiteX3" fmla="*/ 6904528 w 7658502"/>
              <a:gd name="connsiteY3" fmla="*/ 1880446 h 1887718"/>
              <a:gd name="connsiteX4" fmla="*/ 5949953 w 7658502"/>
              <a:gd name="connsiteY4" fmla="*/ 1802806 h 1887718"/>
              <a:gd name="connsiteX5" fmla="*/ 4700000 w 7658502"/>
              <a:gd name="connsiteY5" fmla="*/ 1785717 h 1887718"/>
              <a:gd name="connsiteX6" fmla="*/ 3633348 w 7658502"/>
              <a:gd name="connsiteY6" fmla="*/ 1887338 h 1887718"/>
              <a:gd name="connsiteX7" fmla="*/ 2584076 w 7658502"/>
              <a:gd name="connsiteY7" fmla="*/ 1802145 h 1887718"/>
              <a:gd name="connsiteX8" fmla="*/ 1836888 w 7658502"/>
              <a:gd name="connsiteY8" fmla="*/ 1854732 h 1887718"/>
              <a:gd name="connsiteX9" fmla="*/ 1210926 w 7658502"/>
              <a:gd name="connsiteY9" fmla="*/ 1768372 h 1887718"/>
              <a:gd name="connsiteX10" fmla="*/ 1029597 w 7658502"/>
              <a:gd name="connsiteY10" fmla="*/ 1748488 h 1887718"/>
              <a:gd name="connsiteX11" fmla="*/ 842272 w 7658502"/>
              <a:gd name="connsiteY11" fmla="*/ 1731025 h 1887718"/>
              <a:gd name="connsiteX12" fmla="*/ 527011 w 7658502"/>
              <a:gd name="connsiteY12" fmla="*/ 1722026 h 1887718"/>
              <a:gd name="connsiteX13" fmla="*/ 216940 w 7658502"/>
              <a:gd name="connsiteY13" fmla="*/ 1508390 h 1887718"/>
              <a:gd name="connsiteX14" fmla="*/ 343410 w 7658502"/>
              <a:gd name="connsiteY14" fmla="*/ 1204371 h 1887718"/>
              <a:gd name="connsiteX15" fmla="*/ 445010 w 7658502"/>
              <a:gd name="connsiteY15" fmla="*/ 949788 h 1887718"/>
              <a:gd name="connsiteX16" fmla="*/ 43760 w 7658502"/>
              <a:gd name="connsiteY16" fmla="*/ 727725 h 1887718"/>
              <a:gd name="connsiteX17" fmla="*/ 274534 w 7658502"/>
              <a:gd name="connsiteY17" fmla="*/ 120667 h 1887718"/>
              <a:gd name="connsiteX18" fmla="*/ 2417447 w 7658502"/>
              <a:gd name="connsiteY18" fmla="*/ 44175 h 1887718"/>
              <a:gd name="connsiteX19" fmla="*/ 4024738 w 7658502"/>
              <a:gd name="connsiteY19" fmla="*/ 44175 h 1887718"/>
              <a:gd name="connsiteX20" fmla="*/ 6301658 w 7658502"/>
              <a:gd name="connsiteY20" fmla="*/ 273693 h 1887718"/>
              <a:gd name="connsiteX21" fmla="*/ 6974378 w 7658502"/>
              <a:gd name="connsiteY21" fmla="*/ 281469 h 1887718"/>
              <a:gd name="connsiteX22" fmla="*/ 7228919 w 7658502"/>
              <a:gd name="connsiteY22" fmla="*/ 387428 h 1887718"/>
              <a:gd name="connsiteX23" fmla="*/ 7245902 w 7658502"/>
              <a:gd name="connsiteY23" fmla="*/ 642320 h 1887718"/>
              <a:gd name="connsiteX24" fmla="*/ 7327925 w 7658502"/>
              <a:gd name="connsiteY24" fmla="*/ 865320 h 1887718"/>
              <a:gd name="connsiteX25" fmla="*/ 7619897 w 7658502"/>
              <a:gd name="connsiteY25" fmla="*/ 996130 h 1887718"/>
              <a:gd name="connsiteX26" fmla="*/ 7608933 w 7658502"/>
              <a:gd name="connsiteY26" fmla="*/ 1345544 h 1887718"/>
              <a:gd name="connsiteX0" fmla="*/ 7608933 w 7658502"/>
              <a:gd name="connsiteY0" fmla="*/ 1345544 h 1887718"/>
              <a:gd name="connsiteX1" fmla="*/ 7291116 w 7658502"/>
              <a:gd name="connsiteY1" fmla="*/ 1717983 h 1887718"/>
              <a:gd name="connsiteX2" fmla="*/ 7291202 w 7658502"/>
              <a:gd name="connsiteY2" fmla="*/ 1718365 h 1887718"/>
              <a:gd name="connsiteX3" fmla="*/ 6904528 w 7658502"/>
              <a:gd name="connsiteY3" fmla="*/ 1880446 h 1887718"/>
              <a:gd name="connsiteX4" fmla="*/ 5949953 w 7658502"/>
              <a:gd name="connsiteY4" fmla="*/ 1802806 h 1887718"/>
              <a:gd name="connsiteX5" fmla="*/ 4700000 w 7658502"/>
              <a:gd name="connsiteY5" fmla="*/ 1785717 h 1887718"/>
              <a:gd name="connsiteX6" fmla="*/ 3633348 w 7658502"/>
              <a:gd name="connsiteY6" fmla="*/ 1887338 h 1887718"/>
              <a:gd name="connsiteX7" fmla="*/ 2584076 w 7658502"/>
              <a:gd name="connsiteY7" fmla="*/ 1802145 h 1887718"/>
              <a:gd name="connsiteX8" fmla="*/ 1836888 w 7658502"/>
              <a:gd name="connsiteY8" fmla="*/ 1854732 h 1887718"/>
              <a:gd name="connsiteX9" fmla="*/ 1210926 w 7658502"/>
              <a:gd name="connsiteY9" fmla="*/ 1768372 h 1887718"/>
              <a:gd name="connsiteX10" fmla="*/ 1029597 w 7658502"/>
              <a:gd name="connsiteY10" fmla="*/ 1748488 h 1887718"/>
              <a:gd name="connsiteX11" fmla="*/ 842272 w 7658502"/>
              <a:gd name="connsiteY11" fmla="*/ 1731025 h 1887718"/>
              <a:gd name="connsiteX12" fmla="*/ 527011 w 7658502"/>
              <a:gd name="connsiteY12" fmla="*/ 1722026 h 1887718"/>
              <a:gd name="connsiteX13" fmla="*/ 216940 w 7658502"/>
              <a:gd name="connsiteY13" fmla="*/ 1508390 h 1887718"/>
              <a:gd name="connsiteX14" fmla="*/ 343410 w 7658502"/>
              <a:gd name="connsiteY14" fmla="*/ 1204371 h 1887718"/>
              <a:gd name="connsiteX15" fmla="*/ 445010 w 7658502"/>
              <a:gd name="connsiteY15" fmla="*/ 949788 h 1887718"/>
              <a:gd name="connsiteX16" fmla="*/ 43760 w 7658502"/>
              <a:gd name="connsiteY16" fmla="*/ 727725 h 1887718"/>
              <a:gd name="connsiteX17" fmla="*/ 274534 w 7658502"/>
              <a:gd name="connsiteY17" fmla="*/ 120667 h 1887718"/>
              <a:gd name="connsiteX18" fmla="*/ 2417447 w 7658502"/>
              <a:gd name="connsiteY18" fmla="*/ 44175 h 1887718"/>
              <a:gd name="connsiteX19" fmla="*/ 4024738 w 7658502"/>
              <a:gd name="connsiteY19" fmla="*/ 44175 h 1887718"/>
              <a:gd name="connsiteX20" fmla="*/ 6301658 w 7658502"/>
              <a:gd name="connsiteY20" fmla="*/ 273693 h 1887718"/>
              <a:gd name="connsiteX21" fmla="*/ 6974378 w 7658502"/>
              <a:gd name="connsiteY21" fmla="*/ 281469 h 1887718"/>
              <a:gd name="connsiteX22" fmla="*/ 7228919 w 7658502"/>
              <a:gd name="connsiteY22" fmla="*/ 387428 h 1887718"/>
              <a:gd name="connsiteX23" fmla="*/ 7245902 w 7658502"/>
              <a:gd name="connsiteY23" fmla="*/ 642320 h 1887718"/>
              <a:gd name="connsiteX24" fmla="*/ 7327925 w 7658502"/>
              <a:gd name="connsiteY24" fmla="*/ 865320 h 1887718"/>
              <a:gd name="connsiteX25" fmla="*/ 7619897 w 7658502"/>
              <a:gd name="connsiteY25" fmla="*/ 996130 h 1887718"/>
              <a:gd name="connsiteX26" fmla="*/ 7608933 w 7658502"/>
              <a:gd name="connsiteY26" fmla="*/ 1345544 h 1887718"/>
              <a:gd name="connsiteX0" fmla="*/ 7624328 w 7673897"/>
              <a:gd name="connsiteY0" fmla="*/ 1345544 h 1887718"/>
              <a:gd name="connsiteX1" fmla="*/ 7306511 w 7673897"/>
              <a:gd name="connsiteY1" fmla="*/ 1717983 h 1887718"/>
              <a:gd name="connsiteX2" fmla="*/ 7306597 w 7673897"/>
              <a:gd name="connsiteY2" fmla="*/ 1718365 h 1887718"/>
              <a:gd name="connsiteX3" fmla="*/ 6919923 w 7673897"/>
              <a:gd name="connsiteY3" fmla="*/ 1880446 h 1887718"/>
              <a:gd name="connsiteX4" fmla="*/ 5965348 w 7673897"/>
              <a:gd name="connsiteY4" fmla="*/ 1802806 h 1887718"/>
              <a:gd name="connsiteX5" fmla="*/ 4715395 w 7673897"/>
              <a:gd name="connsiteY5" fmla="*/ 1785717 h 1887718"/>
              <a:gd name="connsiteX6" fmla="*/ 3648743 w 7673897"/>
              <a:gd name="connsiteY6" fmla="*/ 1887338 h 1887718"/>
              <a:gd name="connsiteX7" fmla="*/ 2599471 w 7673897"/>
              <a:gd name="connsiteY7" fmla="*/ 1802145 h 1887718"/>
              <a:gd name="connsiteX8" fmla="*/ 1852283 w 7673897"/>
              <a:gd name="connsiteY8" fmla="*/ 1854732 h 1887718"/>
              <a:gd name="connsiteX9" fmla="*/ 1226321 w 7673897"/>
              <a:gd name="connsiteY9" fmla="*/ 1768372 h 1887718"/>
              <a:gd name="connsiteX10" fmla="*/ 1044992 w 7673897"/>
              <a:gd name="connsiteY10" fmla="*/ 1748488 h 1887718"/>
              <a:gd name="connsiteX11" fmla="*/ 857667 w 7673897"/>
              <a:gd name="connsiteY11" fmla="*/ 1731025 h 1887718"/>
              <a:gd name="connsiteX12" fmla="*/ 542406 w 7673897"/>
              <a:gd name="connsiteY12" fmla="*/ 1722026 h 1887718"/>
              <a:gd name="connsiteX13" fmla="*/ 232335 w 7673897"/>
              <a:gd name="connsiteY13" fmla="*/ 1508390 h 1887718"/>
              <a:gd name="connsiteX14" fmla="*/ 358805 w 7673897"/>
              <a:gd name="connsiteY14" fmla="*/ 1204371 h 1887718"/>
              <a:gd name="connsiteX15" fmla="*/ 460405 w 7673897"/>
              <a:gd name="connsiteY15" fmla="*/ 949788 h 1887718"/>
              <a:gd name="connsiteX16" fmla="*/ 59155 w 7673897"/>
              <a:gd name="connsiteY16" fmla="*/ 727725 h 1887718"/>
              <a:gd name="connsiteX17" fmla="*/ 289929 w 7673897"/>
              <a:gd name="connsiteY17" fmla="*/ 120667 h 1887718"/>
              <a:gd name="connsiteX18" fmla="*/ 2432842 w 7673897"/>
              <a:gd name="connsiteY18" fmla="*/ 44175 h 1887718"/>
              <a:gd name="connsiteX19" fmla="*/ 4040133 w 7673897"/>
              <a:gd name="connsiteY19" fmla="*/ 44175 h 1887718"/>
              <a:gd name="connsiteX20" fmla="*/ 6317053 w 7673897"/>
              <a:gd name="connsiteY20" fmla="*/ 273693 h 1887718"/>
              <a:gd name="connsiteX21" fmla="*/ 6989773 w 7673897"/>
              <a:gd name="connsiteY21" fmla="*/ 281469 h 1887718"/>
              <a:gd name="connsiteX22" fmla="*/ 7244314 w 7673897"/>
              <a:gd name="connsiteY22" fmla="*/ 387428 h 1887718"/>
              <a:gd name="connsiteX23" fmla="*/ 7261297 w 7673897"/>
              <a:gd name="connsiteY23" fmla="*/ 642320 h 1887718"/>
              <a:gd name="connsiteX24" fmla="*/ 7343320 w 7673897"/>
              <a:gd name="connsiteY24" fmla="*/ 865320 h 1887718"/>
              <a:gd name="connsiteX25" fmla="*/ 7635292 w 7673897"/>
              <a:gd name="connsiteY25" fmla="*/ 996130 h 1887718"/>
              <a:gd name="connsiteX26" fmla="*/ 7624328 w 7673897"/>
              <a:gd name="connsiteY26" fmla="*/ 1345544 h 1887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673897" h="1887718">
                <a:moveTo>
                  <a:pt x="7624328" y="1345544"/>
                </a:moveTo>
                <a:cubicBezTo>
                  <a:pt x="7482642" y="1576978"/>
                  <a:pt x="7359466" y="1655846"/>
                  <a:pt x="7306511" y="1717983"/>
                </a:cubicBezTo>
                <a:cubicBezTo>
                  <a:pt x="7253556" y="1780120"/>
                  <a:pt x="7306724" y="1718237"/>
                  <a:pt x="7306597" y="1718365"/>
                </a:cubicBezTo>
                <a:cubicBezTo>
                  <a:pt x="7198754" y="1808523"/>
                  <a:pt x="7069912" y="1880446"/>
                  <a:pt x="6919923" y="1880446"/>
                </a:cubicBezTo>
                <a:cubicBezTo>
                  <a:pt x="6558647" y="1844824"/>
                  <a:pt x="6318952" y="1819894"/>
                  <a:pt x="5965348" y="1802806"/>
                </a:cubicBezTo>
                <a:cubicBezTo>
                  <a:pt x="5572404" y="1803883"/>
                  <a:pt x="5387104" y="1883065"/>
                  <a:pt x="4715395" y="1785717"/>
                </a:cubicBezTo>
                <a:cubicBezTo>
                  <a:pt x="4715565" y="1785738"/>
                  <a:pt x="4001397" y="1884600"/>
                  <a:pt x="3648743" y="1887338"/>
                </a:cubicBezTo>
                <a:cubicBezTo>
                  <a:pt x="3296089" y="1890076"/>
                  <a:pt x="2942455" y="1879649"/>
                  <a:pt x="2599471" y="1802145"/>
                </a:cubicBezTo>
                <a:cubicBezTo>
                  <a:pt x="2274208" y="1779034"/>
                  <a:pt x="2081141" y="1860361"/>
                  <a:pt x="1852283" y="1854732"/>
                </a:cubicBezTo>
                <a:cubicBezTo>
                  <a:pt x="1623425" y="1849103"/>
                  <a:pt x="1362457" y="1785815"/>
                  <a:pt x="1226321" y="1768372"/>
                </a:cubicBezTo>
                <a:cubicBezTo>
                  <a:pt x="1162703" y="1762273"/>
                  <a:pt x="1165760" y="1764112"/>
                  <a:pt x="1044992" y="1748488"/>
                </a:cubicBezTo>
                <a:cubicBezTo>
                  <a:pt x="982550" y="1742667"/>
                  <a:pt x="885184" y="1728908"/>
                  <a:pt x="857667" y="1731025"/>
                </a:cubicBezTo>
                <a:cubicBezTo>
                  <a:pt x="818823" y="1735471"/>
                  <a:pt x="646628" y="1759132"/>
                  <a:pt x="542406" y="1722026"/>
                </a:cubicBezTo>
                <a:cubicBezTo>
                  <a:pt x="438184" y="1684920"/>
                  <a:pt x="262935" y="1594666"/>
                  <a:pt x="232335" y="1508390"/>
                </a:cubicBezTo>
                <a:cubicBezTo>
                  <a:pt x="201735" y="1422114"/>
                  <a:pt x="141953" y="1320624"/>
                  <a:pt x="358805" y="1204371"/>
                </a:cubicBezTo>
                <a:cubicBezTo>
                  <a:pt x="376267" y="1188303"/>
                  <a:pt x="481042" y="1146832"/>
                  <a:pt x="460405" y="949788"/>
                </a:cubicBezTo>
                <a:cubicBezTo>
                  <a:pt x="416549" y="870612"/>
                  <a:pt x="220918" y="918299"/>
                  <a:pt x="59155" y="727725"/>
                </a:cubicBezTo>
                <a:cubicBezTo>
                  <a:pt x="-5771" y="637163"/>
                  <a:pt x="-99600" y="234857"/>
                  <a:pt x="289929" y="120667"/>
                </a:cubicBezTo>
                <a:cubicBezTo>
                  <a:pt x="892586" y="-32317"/>
                  <a:pt x="1696306" y="120667"/>
                  <a:pt x="2432842" y="44175"/>
                </a:cubicBezTo>
                <a:cubicBezTo>
                  <a:pt x="2968740" y="5918"/>
                  <a:pt x="3504533" y="-32338"/>
                  <a:pt x="4040133" y="44175"/>
                </a:cubicBezTo>
                <a:cubicBezTo>
                  <a:pt x="4776797" y="158944"/>
                  <a:pt x="5580496" y="120667"/>
                  <a:pt x="6317053" y="273693"/>
                </a:cubicBezTo>
                <a:cubicBezTo>
                  <a:pt x="6585045" y="311949"/>
                  <a:pt x="6469708" y="192121"/>
                  <a:pt x="6989773" y="281469"/>
                </a:cubicBezTo>
                <a:cubicBezTo>
                  <a:pt x="7157110" y="321213"/>
                  <a:pt x="7225706" y="372811"/>
                  <a:pt x="7244314" y="387428"/>
                </a:cubicBezTo>
                <a:cubicBezTo>
                  <a:pt x="7254632" y="411431"/>
                  <a:pt x="7301462" y="451946"/>
                  <a:pt x="7261297" y="642320"/>
                </a:cubicBezTo>
                <a:cubicBezTo>
                  <a:pt x="7235303" y="776286"/>
                  <a:pt x="7302296" y="855825"/>
                  <a:pt x="7343320" y="865320"/>
                </a:cubicBezTo>
                <a:cubicBezTo>
                  <a:pt x="7530390" y="896647"/>
                  <a:pt x="7624117" y="983219"/>
                  <a:pt x="7635292" y="996130"/>
                </a:cubicBezTo>
                <a:cubicBezTo>
                  <a:pt x="7661667" y="1034695"/>
                  <a:pt x="7712318" y="1144101"/>
                  <a:pt x="7624328" y="1345544"/>
                </a:cubicBezTo>
                <a:close/>
              </a:path>
            </a:pathLst>
          </a:custGeom>
          <a:noFill/>
          <a:ln w="76200" cap="flat">
            <a:solidFill>
              <a:srgbClr val="0087CF">
                <a:alpha val="54902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213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Words>143</Words>
  <Application>Microsoft Office PowerPoint</Application>
  <PresentationFormat>Произвольный</PresentationFormat>
  <Paragraphs>33</Paragraphs>
  <Slides>13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ПодмогаеваГВ</dc:creator>
  <cp:lastModifiedBy>mlzw mlzw</cp:lastModifiedBy>
  <cp:revision>25</cp:revision>
  <dcterms:created xsi:type="dcterms:W3CDTF">2022-09-16T07:40:25Z</dcterms:created>
  <dcterms:modified xsi:type="dcterms:W3CDTF">2026-06-23T09:26:20Z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2022-09-16T00:00:00Z</vt:filetime>
  </property>
</Properties>
</file>